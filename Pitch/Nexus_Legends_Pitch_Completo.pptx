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C1B7E4-08B7-4B89-B4AF-84F13B576C2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766835B-94B8-430C-B499-D29A656F6801}">
      <dgm:prSet/>
      <dgm:spPr/>
      <dgm:t>
        <a:bodyPr/>
        <a:lstStyle/>
        <a:p>
          <a:r>
            <a:rPr lang="en-US"/>
            <a:t>• Más de 600.000 emprendimientos colombianos están fuera del entorno web.</a:t>
          </a:r>
        </a:p>
      </dgm:t>
    </dgm:pt>
    <dgm:pt modelId="{38530CE8-F6CA-47C3-BC22-AF7861AF2D44}" type="parTrans" cxnId="{4AC1FA32-2090-4CC8-82B9-71379888D18D}">
      <dgm:prSet/>
      <dgm:spPr/>
      <dgm:t>
        <a:bodyPr/>
        <a:lstStyle/>
        <a:p>
          <a:endParaRPr lang="en-US"/>
        </a:p>
      </dgm:t>
    </dgm:pt>
    <dgm:pt modelId="{C72D75C6-2DC4-4694-ADBA-59021D879266}" type="sibTrans" cxnId="{4AC1FA32-2090-4CC8-82B9-71379888D18D}">
      <dgm:prSet/>
      <dgm:spPr/>
      <dgm:t>
        <a:bodyPr/>
        <a:lstStyle/>
        <a:p>
          <a:endParaRPr lang="en-US"/>
        </a:p>
      </dgm:t>
    </dgm:pt>
    <dgm:pt modelId="{E823B299-55DC-447A-B3C9-0A3C02891E19}">
      <dgm:prSet/>
      <dgm:spPr/>
      <dgm:t>
        <a:bodyPr/>
        <a:lstStyle/>
        <a:p>
          <a:r>
            <a:rPr lang="en-US"/>
            <a:t>• Esto limita su formalización, crecimiento y posicionamiento en el mercado actual.</a:t>
          </a:r>
        </a:p>
      </dgm:t>
    </dgm:pt>
    <dgm:pt modelId="{75FC1913-5A82-4BEA-A00E-E23ED6CDC0C7}" type="parTrans" cxnId="{B7216807-6589-42B3-A84F-71A474A19DED}">
      <dgm:prSet/>
      <dgm:spPr/>
      <dgm:t>
        <a:bodyPr/>
        <a:lstStyle/>
        <a:p>
          <a:endParaRPr lang="en-US"/>
        </a:p>
      </dgm:t>
    </dgm:pt>
    <dgm:pt modelId="{3F1C45B0-44E4-46D1-B891-9D202326920D}" type="sibTrans" cxnId="{B7216807-6589-42B3-A84F-71A474A19DED}">
      <dgm:prSet/>
      <dgm:spPr/>
      <dgm:t>
        <a:bodyPr/>
        <a:lstStyle/>
        <a:p>
          <a:endParaRPr lang="en-US"/>
        </a:p>
      </dgm:t>
    </dgm:pt>
    <dgm:pt modelId="{32D63B97-8DD4-4FA1-BD95-C8F1B96D97D7}" type="pres">
      <dgm:prSet presAssocID="{2BC1B7E4-08B7-4B89-B4AF-84F13B576C20}" presName="root" presStyleCnt="0">
        <dgm:presLayoutVars>
          <dgm:dir/>
          <dgm:resizeHandles val="exact"/>
        </dgm:presLayoutVars>
      </dgm:prSet>
      <dgm:spPr/>
    </dgm:pt>
    <dgm:pt modelId="{281D0785-E27A-47D5-A499-0D9E705C5CA0}" type="pres">
      <dgm:prSet presAssocID="{2766835B-94B8-430C-B499-D29A656F6801}" presName="compNode" presStyleCnt="0"/>
      <dgm:spPr/>
    </dgm:pt>
    <dgm:pt modelId="{BBBB2A1B-6B73-4640-B892-C5F6CD173B6F}" type="pres">
      <dgm:prSet presAssocID="{2766835B-94B8-430C-B499-D29A656F680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9C25EB0B-8A8C-494B-AEF7-E9F3F3CD953C}" type="pres">
      <dgm:prSet presAssocID="{2766835B-94B8-430C-B499-D29A656F6801}" presName="spaceRect" presStyleCnt="0"/>
      <dgm:spPr/>
    </dgm:pt>
    <dgm:pt modelId="{C89649AE-69BC-4C58-9D37-911B6F401BA7}" type="pres">
      <dgm:prSet presAssocID="{2766835B-94B8-430C-B499-D29A656F6801}" presName="textRect" presStyleLbl="revTx" presStyleIdx="0" presStyleCnt="2">
        <dgm:presLayoutVars>
          <dgm:chMax val="1"/>
          <dgm:chPref val="1"/>
        </dgm:presLayoutVars>
      </dgm:prSet>
      <dgm:spPr/>
    </dgm:pt>
    <dgm:pt modelId="{19BDD1FE-4BA4-40B6-99F8-3024551A4162}" type="pres">
      <dgm:prSet presAssocID="{C72D75C6-2DC4-4694-ADBA-59021D879266}" presName="sibTrans" presStyleCnt="0"/>
      <dgm:spPr/>
    </dgm:pt>
    <dgm:pt modelId="{969AE0F7-D136-4782-B39A-FF5F5439E74B}" type="pres">
      <dgm:prSet presAssocID="{E823B299-55DC-447A-B3C9-0A3C02891E19}" presName="compNode" presStyleCnt="0"/>
      <dgm:spPr/>
    </dgm:pt>
    <dgm:pt modelId="{3E49DEA4-F704-4F1F-B3A9-A418E4AB3EA6}" type="pres">
      <dgm:prSet presAssocID="{E823B299-55DC-447A-B3C9-0A3C02891E1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FE4C002-883E-4D5B-8A6C-7100CBC0D82B}" type="pres">
      <dgm:prSet presAssocID="{E823B299-55DC-447A-B3C9-0A3C02891E19}" presName="spaceRect" presStyleCnt="0"/>
      <dgm:spPr/>
    </dgm:pt>
    <dgm:pt modelId="{D8D89082-F4C2-41BF-89E6-AD3ACCE219A0}" type="pres">
      <dgm:prSet presAssocID="{E823B299-55DC-447A-B3C9-0A3C02891E1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7216807-6589-42B3-A84F-71A474A19DED}" srcId="{2BC1B7E4-08B7-4B89-B4AF-84F13B576C20}" destId="{E823B299-55DC-447A-B3C9-0A3C02891E19}" srcOrd="1" destOrd="0" parTransId="{75FC1913-5A82-4BEA-A00E-E23ED6CDC0C7}" sibTransId="{3F1C45B0-44E4-46D1-B891-9D202326920D}"/>
    <dgm:cxn modelId="{4AC1FA32-2090-4CC8-82B9-71379888D18D}" srcId="{2BC1B7E4-08B7-4B89-B4AF-84F13B576C20}" destId="{2766835B-94B8-430C-B499-D29A656F6801}" srcOrd="0" destOrd="0" parTransId="{38530CE8-F6CA-47C3-BC22-AF7861AF2D44}" sibTransId="{C72D75C6-2DC4-4694-ADBA-59021D879266}"/>
    <dgm:cxn modelId="{6FD7ABB3-D6FD-4C47-B7D7-ED6997834F9E}" type="presOf" srcId="{2766835B-94B8-430C-B499-D29A656F6801}" destId="{C89649AE-69BC-4C58-9D37-911B6F401BA7}" srcOrd="0" destOrd="0" presId="urn:microsoft.com/office/officeart/2018/2/layout/IconLabelList"/>
    <dgm:cxn modelId="{C7F4D5C2-DE47-4B37-A6FC-975616895F17}" type="presOf" srcId="{2BC1B7E4-08B7-4B89-B4AF-84F13B576C20}" destId="{32D63B97-8DD4-4FA1-BD95-C8F1B96D97D7}" srcOrd="0" destOrd="0" presId="urn:microsoft.com/office/officeart/2018/2/layout/IconLabelList"/>
    <dgm:cxn modelId="{C0B257F8-76E0-4A9B-9ACD-67009F5E84C4}" type="presOf" srcId="{E823B299-55DC-447A-B3C9-0A3C02891E19}" destId="{D8D89082-F4C2-41BF-89E6-AD3ACCE219A0}" srcOrd="0" destOrd="0" presId="urn:microsoft.com/office/officeart/2018/2/layout/IconLabelList"/>
    <dgm:cxn modelId="{A4633F1A-6B29-4730-BF6E-FF5B31004659}" type="presParOf" srcId="{32D63B97-8DD4-4FA1-BD95-C8F1B96D97D7}" destId="{281D0785-E27A-47D5-A499-0D9E705C5CA0}" srcOrd="0" destOrd="0" presId="urn:microsoft.com/office/officeart/2018/2/layout/IconLabelList"/>
    <dgm:cxn modelId="{458CF76E-D793-4E33-B32C-89E90EE7973F}" type="presParOf" srcId="{281D0785-E27A-47D5-A499-0D9E705C5CA0}" destId="{BBBB2A1B-6B73-4640-B892-C5F6CD173B6F}" srcOrd="0" destOrd="0" presId="urn:microsoft.com/office/officeart/2018/2/layout/IconLabelList"/>
    <dgm:cxn modelId="{09AEA78A-2B8E-4863-B69F-098B9EB4D7D3}" type="presParOf" srcId="{281D0785-E27A-47D5-A499-0D9E705C5CA0}" destId="{9C25EB0B-8A8C-494B-AEF7-E9F3F3CD953C}" srcOrd="1" destOrd="0" presId="urn:microsoft.com/office/officeart/2018/2/layout/IconLabelList"/>
    <dgm:cxn modelId="{55CF4326-68C5-4CCB-B1F4-3670B19F8614}" type="presParOf" srcId="{281D0785-E27A-47D5-A499-0D9E705C5CA0}" destId="{C89649AE-69BC-4C58-9D37-911B6F401BA7}" srcOrd="2" destOrd="0" presId="urn:microsoft.com/office/officeart/2018/2/layout/IconLabelList"/>
    <dgm:cxn modelId="{45004D9A-6F48-449D-A9E7-D8FDB02F7133}" type="presParOf" srcId="{32D63B97-8DD4-4FA1-BD95-C8F1B96D97D7}" destId="{19BDD1FE-4BA4-40B6-99F8-3024551A4162}" srcOrd="1" destOrd="0" presId="urn:microsoft.com/office/officeart/2018/2/layout/IconLabelList"/>
    <dgm:cxn modelId="{53E951EE-219B-4DB7-B20F-180825B37218}" type="presParOf" srcId="{32D63B97-8DD4-4FA1-BD95-C8F1B96D97D7}" destId="{969AE0F7-D136-4782-B39A-FF5F5439E74B}" srcOrd="2" destOrd="0" presId="urn:microsoft.com/office/officeart/2018/2/layout/IconLabelList"/>
    <dgm:cxn modelId="{FB12BCBD-150A-492B-9FEF-5547B6E15269}" type="presParOf" srcId="{969AE0F7-D136-4782-B39A-FF5F5439E74B}" destId="{3E49DEA4-F704-4F1F-B3A9-A418E4AB3EA6}" srcOrd="0" destOrd="0" presId="urn:microsoft.com/office/officeart/2018/2/layout/IconLabelList"/>
    <dgm:cxn modelId="{68CDD5C6-D1AB-411D-91F8-AC445E0A39F1}" type="presParOf" srcId="{969AE0F7-D136-4782-B39A-FF5F5439E74B}" destId="{FFE4C002-883E-4D5B-8A6C-7100CBC0D82B}" srcOrd="1" destOrd="0" presId="urn:microsoft.com/office/officeart/2018/2/layout/IconLabelList"/>
    <dgm:cxn modelId="{E44F242E-C5FF-42DA-8F0A-6C978B824294}" type="presParOf" srcId="{969AE0F7-D136-4782-B39A-FF5F5439E74B}" destId="{D8D89082-F4C2-41BF-89E6-AD3ACCE219A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095A14-ECE2-4BC6-9F19-C10EC4C494E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335FCD1-2077-406D-9B9C-CE36A8D62F39}">
      <dgm:prSet custT="1"/>
      <dgm:spPr/>
      <dgm:t>
        <a:bodyPr/>
        <a:lstStyle/>
        <a:p>
          <a:pPr>
            <a:defRPr cap="all"/>
          </a:pPr>
          <a:r>
            <a:rPr lang="en-US" sz="1800" dirty="0"/>
            <a:t>El 53% de </a:t>
          </a:r>
          <a:r>
            <a:rPr lang="en-US" sz="1800" dirty="0" err="1"/>
            <a:t>los</a:t>
          </a:r>
          <a:r>
            <a:rPr lang="en-US" sz="1800" dirty="0"/>
            <a:t> </a:t>
          </a:r>
          <a:r>
            <a:rPr lang="en-US" sz="1800" dirty="0" err="1"/>
            <a:t>pequeños</a:t>
          </a:r>
          <a:r>
            <a:rPr lang="en-US" sz="1800" dirty="0"/>
            <a:t> empresarios </a:t>
          </a:r>
          <a:r>
            <a:rPr lang="en-US" sz="1800" dirty="0" err="1"/>
            <a:t>utiliza</a:t>
          </a:r>
          <a:r>
            <a:rPr lang="en-US" sz="1800" dirty="0"/>
            <a:t> </a:t>
          </a:r>
          <a:r>
            <a:rPr lang="en-US" sz="1800" dirty="0" err="1"/>
            <a:t>una</a:t>
          </a:r>
          <a:r>
            <a:rPr lang="en-US" sz="1800" dirty="0"/>
            <a:t> tienda </a:t>
          </a:r>
          <a:r>
            <a:rPr lang="en-US" sz="1800" dirty="0" err="1"/>
            <a:t>en</a:t>
          </a:r>
          <a:r>
            <a:rPr lang="en-US" sz="1800" dirty="0"/>
            <a:t> </a:t>
          </a:r>
          <a:r>
            <a:rPr lang="en-US" sz="1800" dirty="0" err="1"/>
            <a:t>línea</a:t>
          </a:r>
          <a:r>
            <a:rPr lang="en-US" sz="1800" dirty="0"/>
            <a:t> </a:t>
          </a:r>
          <a:r>
            <a:rPr lang="en-US" sz="1800" dirty="0" err="1"/>
            <a:t>como</a:t>
          </a:r>
          <a:r>
            <a:rPr lang="en-US" sz="1800" dirty="0"/>
            <a:t> principal canal de </a:t>
          </a:r>
          <a:r>
            <a:rPr lang="en-US" sz="1800" dirty="0" err="1"/>
            <a:t>venta</a:t>
          </a:r>
          <a:r>
            <a:rPr lang="en-US" sz="1800" dirty="0"/>
            <a:t>.</a:t>
          </a:r>
        </a:p>
      </dgm:t>
    </dgm:pt>
    <dgm:pt modelId="{0C22003C-A9B8-4B6F-AEE6-682C6EB8FD5E}" type="parTrans" cxnId="{806B0776-0A13-47BA-BF97-3AA4D8C4AFAB}">
      <dgm:prSet/>
      <dgm:spPr/>
      <dgm:t>
        <a:bodyPr/>
        <a:lstStyle/>
        <a:p>
          <a:endParaRPr lang="en-US"/>
        </a:p>
      </dgm:t>
    </dgm:pt>
    <dgm:pt modelId="{D12FD398-3CB4-43AC-89DD-346A5320339C}" type="sibTrans" cxnId="{806B0776-0A13-47BA-BF97-3AA4D8C4AFAB}">
      <dgm:prSet/>
      <dgm:spPr/>
      <dgm:t>
        <a:bodyPr/>
        <a:lstStyle/>
        <a:p>
          <a:endParaRPr lang="en-US"/>
        </a:p>
      </dgm:t>
    </dgm:pt>
    <dgm:pt modelId="{60E187F6-C19B-48EB-8DF6-171B9F595043}">
      <dgm:prSet/>
      <dgm:spPr/>
      <dgm:t>
        <a:bodyPr/>
        <a:lstStyle/>
        <a:p>
          <a:pPr>
            <a:defRPr cap="all"/>
          </a:pPr>
          <a:r>
            <a:rPr lang="en-US" dirty="0"/>
            <a:t>Solo </a:t>
          </a:r>
          <a:r>
            <a:rPr lang="en-US" dirty="0" err="1"/>
            <a:t>el</a:t>
          </a:r>
          <a:r>
            <a:rPr lang="en-US" dirty="0"/>
            <a:t> 26% </a:t>
          </a:r>
          <a:r>
            <a:rPr lang="en-US" dirty="0" err="1"/>
            <a:t>utiliza</a:t>
          </a:r>
          <a:r>
            <a:rPr lang="en-US" dirty="0"/>
            <a:t> </a:t>
          </a:r>
          <a:r>
            <a:rPr lang="en-US" dirty="0" err="1"/>
            <a:t>plataformas</a:t>
          </a:r>
          <a:r>
            <a:rPr lang="en-US" dirty="0"/>
            <a:t> de </a:t>
          </a:r>
          <a:r>
            <a:rPr lang="en-US" dirty="0" err="1"/>
            <a:t>pago</a:t>
          </a:r>
          <a:r>
            <a:rPr lang="en-US" dirty="0"/>
            <a:t> </a:t>
          </a:r>
          <a:r>
            <a:rPr lang="en-US" dirty="0" err="1"/>
            <a:t>modernas</a:t>
          </a:r>
          <a:r>
            <a:rPr lang="en-US" dirty="0"/>
            <a:t> </a:t>
          </a:r>
          <a:r>
            <a:rPr lang="en-US" dirty="0" err="1"/>
            <a:t>como</a:t>
          </a:r>
          <a:r>
            <a:rPr lang="en-US" dirty="0"/>
            <a:t> </a:t>
          </a:r>
          <a:r>
            <a:rPr lang="en-US" dirty="0" err="1"/>
            <a:t>Nequi</a:t>
          </a:r>
          <a:r>
            <a:rPr lang="en-US" dirty="0"/>
            <a:t> o </a:t>
          </a:r>
          <a:r>
            <a:rPr lang="en-US" dirty="0" err="1"/>
            <a:t>Daviplata</a:t>
          </a:r>
          <a:r>
            <a:rPr lang="en-US" dirty="0"/>
            <a:t>.</a:t>
          </a:r>
        </a:p>
      </dgm:t>
    </dgm:pt>
    <dgm:pt modelId="{8904C5D7-9958-4038-A690-63BCFE107637}" type="parTrans" cxnId="{F6C47809-9062-4BA5-8900-26110EC4ABD6}">
      <dgm:prSet/>
      <dgm:spPr/>
      <dgm:t>
        <a:bodyPr/>
        <a:lstStyle/>
        <a:p>
          <a:endParaRPr lang="en-US"/>
        </a:p>
      </dgm:t>
    </dgm:pt>
    <dgm:pt modelId="{5DBAD5E9-EDD8-43AA-9B14-FB8589194513}" type="sibTrans" cxnId="{F6C47809-9062-4BA5-8900-26110EC4ABD6}">
      <dgm:prSet/>
      <dgm:spPr/>
      <dgm:t>
        <a:bodyPr/>
        <a:lstStyle/>
        <a:p>
          <a:endParaRPr lang="en-US"/>
        </a:p>
      </dgm:t>
    </dgm:pt>
    <dgm:pt modelId="{4CD9E6E8-7E1F-4754-A826-0DB4D96BCA3A}">
      <dgm:prSet/>
      <dgm:spPr/>
      <dgm:t>
        <a:bodyPr/>
        <a:lstStyle/>
        <a:p>
          <a:pPr>
            <a:defRPr cap="all"/>
          </a:pPr>
          <a:r>
            <a:rPr lang="en-US" dirty="0" err="1"/>
            <a:t>Refleja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adopción</a:t>
          </a:r>
          <a:r>
            <a:rPr lang="en-US" dirty="0"/>
            <a:t> </a:t>
          </a:r>
          <a:r>
            <a:rPr lang="en-US" dirty="0" err="1"/>
            <a:t>tecnológica</a:t>
          </a:r>
          <a:r>
            <a:rPr lang="en-US" dirty="0"/>
            <a:t> baja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mercado.</a:t>
          </a:r>
        </a:p>
      </dgm:t>
    </dgm:pt>
    <dgm:pt modelId="{3C8AF909-5102-4F77-9C3E-D1A8BCC08283}" type="parTrans" cxnId="{AB1E8B8E-0AF5-43BF-9017-1A14056D7E06}">
      <dgm:prSet/>
      <dgm:spPr/>
      <dgm:t>
        <a:bodyPr/>
        <a:lstStyle/>
        <a:p>
          <a:endParaRPr lang="en-US"/>
        </a:p>
      </dgm:t>
    </dgm:pt>
    <dgm:pt modelId="{3FA20DFE-1117-4A46-940D-54B150598924}" type="sibTrans" cxnId="{AB1E8B8E-0AF5-43BF-9017-1A14056D7E06}">
      <dgm:prSet/>
      <dgm:spPr/>
      <dgm:t>
        <a:bodyPr/>
        <a:lstStyle/>
        <a:p>
          <a:endParaRPr lang="en-US"/>
        </a:p>
      </dgm:t>
    </dgm:pt>
    <dgm:pt modelId="{7D12E956-36B1-4A72-B0E7-079FD6AC2CE2}" type="pres">
      <dgm:prSet presAssocID="{FB095A14-ECE2-4BC6-9F19-C10EC4C494EF}" presName="root" presStyleCnt="0">
        <dgm:presLayoutVars>
          <dgm:dir/>
          <dgm:resizeHandles val="exact"/>
        </dgm:presLayoutVars>
      </dgm:prSet>
      <dgm:spPr/>
    </dgm:pt>
    <dgm:pt modelId="{EEDF0D84-79DC-42AC-9A07-66041215738A}" type="pres">
      <dgm:prSet presAssocID="{C335FCD1-2077-406D-9B9C-CE36A8D62F39}" presName="compNode" presStyleCnt="0"/>
      <dgm:spPr/>
    </dgm:pt>
    <dgm:pt modelId="{0CC6ED00-15B5-46E4-AA88-D826C069D57D}" type="pres">
      <dgm:prSet presAssocID="{C335FCD1-2077-406D-9B9C-CE36A8D62F39}" presName="iconBgRect" presStyleLbl="bgShp" presStyleIdx="0" presStyleCnt="3"/>
      <dgm:spPr/>
    </dgm:pt>
    <dgm:pt modelId="{1D918AA5-DF79-4EF7-9AF0-8E070D74AED6}" type="pres">
      <dgm:prSet presAssocID="{C335FCD1-2077-406D-9B9C-CE36A8D62F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nda de campaña"/>
        </a:ext>
      </dgm:extLst>
    </dgm:pt>
    <dgm:pt modelId="{20F906EB-0027-4168-A6E0-BCB4FBDA8AAC}" type="pres">
      <dgm:prSet presAssocID="{C335FCD1-2077-406D-9B9C-CE36A8D62F39}" presName="spaceRect" presStyleCnt="0"/>
      <dgm:spPr/>
    </dgm:pt>
    <dgm:pt modelId="{F077E5B6-82D4-4AF5-AF60-9C1682375C06}" type="pres">
      <dgm:prSet presAssocID="{C335FCD1-2077-406D-9B9C-CE36A8D62F39}" presName="textRect" presStyleLbl="revTx" presStyleIdx="0" presStyleCnt="3">
        <dgm:presLayoutVars>
          <dgm:chMax val="1"/>
          <dgm:chPref val="1"/>
        </dgm:presLayoutVars>
      </dgm:prSet>
      <dgm:spPr/>
    </dgm:pt>
    <dgm:pt modelId="{522EB894-1726-4A6F-80D4-CEA36AFABEF3}" type="pres">
      <dgm:prSet presAssocID="{D12FD398-3CB4-43AC-89DD-346A5320339C}" presName="sibTrans" presStyleCnt="0"/>
      <dgm:spPr/>
    </dgm:pt>
    <dgm:pt modelId="{F8117240-8230-4CDE-9127-5B266BC48322}" type="pres">
      <dgm:prSet presAssocID="{60E187F6-C19B-48EB-8DF6-171B9F595043}" presName="compNode" presStyleCnt="0"/>
      <dgm:spPr/>
    </dgm:pt>
    <dgm:pt modelId="{65A1514A-2597-4591-8E6B-265A742F6812}" type="pres">
      <dgm:prSet presAssocID="{60E187F6-C19B-48EB-8DF6-171B9F595043}" presName="iconBgRect" presStyleLbl="bgShp" presStyleIdx="1" presStyleCnt="3"/>
      <dgm:spPr/>
    </dgm:pt>
    <dgm:pt modelId="{AB32D3F9-E8DA-4AB0-B683-BC3D431606F9}" type="pres">
      <dgm:prSet presAssocID="{60E187F6-C19B-48EB-8DF6-171B9F5950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4B838BDE-6644-42F6-9080-B78B420C07BB}" type="pres">
      <dgm:prSet presAssocID="{60E187F6-C19B-48EB-8DF6-171B9F595043}" presName="spaceRect" presStyleCnt="0"/>
      <dgm:spPr/>
    </dgm:pt>
    <dgm:pt modelId="{E966DEF0-A1AB-4765-8054-9DA0EF0D50A8}" type="pres">
      <dgm:prSet presAssocID="{60E187F6-C19B-48EB-8DF6-171B9F595043}" presName="textRect" presStyleLbl="revTx" presStyleIdx="1" presStyleCnt="3">
        <dgm:presLayoutVars>
          <dgm:chMax val="1"/>
          <dgm:chPref val="1"/>
        </dgm:presLayoutVars>
      </dgm:prSet>
      <dgm:spPr/>
    </dgm:pt>
    <dgm:pt modelId="{A2475267-164F-41EA-8CD4-B1873C1E3516}" type="pres">
      <dgm:prSet presAssocID="{5DBAD5E9-EDD8-43AA-9B14-FB8589194513}" presName="sibTrans" presStyleCnt="0"/>
      <dgm:spPr/>
    </dgm:pt>
    <dgm:pt modelId="{4476EC34-970D-4118-808F-2F4175019CBC}" type="pres">
      <dgm:prSet presAssocID="{4CD9E6E8-7E1F-4754-A826-0DB4D96BCA3A}" presName="compNode" presStyleCnt="0"/>
      <dgm:spPr/>
    </dgm:pt>
    <dgm:pt modelId="{DDC50DFF-5504-4931-93D1-C83D6AB656B8}" type="pres">
      <dgm:prSet presAssocID="{4CD9E6E8-7E1F-4754-A826-0DB4D96BCA3A}" presName="iconBgRect" presStyleLbl="bgShp" presStyleIdx="2" presStyleCnt="3"/>
      <dgm:spPr/>
    </dgm:pt>
    <dgm:pt modelId="{8AB5F06D-0AF8-4CCD-8196-BE394E8A14FF}" type="pres">
      <dgm:prSet presAssocID="{4CD9E6E8-7E1F-4754-A826-0DB4D96BCA3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way scene"/>
        </a:ext>
      </dgm:extLst>
    </dgm:pt>
    <dgm:pt modelId="{865F56B7-14E9-4DC4-BA59-47E877EB21CE}" type="pres">
      <dgm:prSet presAssocID="{4CD9E6E8-7E1F-4754-A826-0DB4D96BCA3A}" presName="spaceRect" presStyleCnt="0"/>
      <dgm:spPr/>
    </dgm:pt>
    <dgm:pt modelId="{0445658C-B3F2-4A47-BAC5-B37C20289B98}" type="pres">
      <dgm:prSet presAssocID="{4CD9E6E8-7E1F-4754-A826-0DB4D96BCA3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6C47809-9062-4BA5-8900-26110EC4ABD6}" srcId="{FB095A14-ECE2-4BC6-9F19-C10EC4C494EF}" destId="{60E187F6-C19B-48EB-8DF6-171B9F595043}" srcOrd="1" destOrd="0" parTransId="{8904C5D7-9958-4038-A690-63BCFE107637}" sibTransId="{5DBAD5E9-EDD8-43AA-9B14-FB8589194513}"/>
    <dgm:cxn modelId="{13B4A360-BC5E-42A0-BF09-F33B2FB4E539}" type="presOf" srcId="{60E187F6-C19B-48EB-8DF6-171B9F595043}" destId="{E966DEF0-A1AB-4765-8054-9DA0EF0D50A8}" srcOrd="0" destOrd="0" presId="urn:microsoft.com/office/officeart/2018/5/layout/IconCircleLabelList"/>
    <dgm:cxn modelId="{5F4D136B-C240-4D35-AE5B-75468102856F}" type="presOf" srcId="{FB095A14-ECE2-4BC6-9F19-C10EC4C494EF}" destId="{7D12E956-36B1-4A72-B0E7-079FD6AC2CE2}" srcOrd="0" destOrd="0" presId="urn:microsoft.com/office/officeart/2018/5/layout/IconCircleLabelList"/>
    <dgm:cxn modelId="{806B0776-0A13-47BA-BF97-3AA4D8C4AFAB}" srcId="{FB095A14-ECE2-4BC6-9F19-C10EC4C494EF}" destId="{C335FCD1-2077-406D-9B9C-CE36A8D62F39}" srcOrd="0" destOrd="0" parTransId="{0C22003C-A9B8-4B6F-AEE6-682C6EB8FD5E}" sibTransId="{D12FD398-3CB4-43AC-89DD-346A5320339C}"/>
    <dgm:cxn modelId="{AB1E8B8E-0AF5-43BF-9017-1A14056D7E06}" srcId="{FB095A14-ECE2-4BC6-9F19-C10EC4C494EF}" destId="{4CD9E6E8-7E1F-4754-A826-0DB4D96BCA3A}" srcOrd="2" destOrd="0" parTransId="{3C8AF909-5102-4F77-9C3E-D1A8BCC08283}" sibTransId="{3FA20DFE-1117-4A46-940D-54B150598924}"/>
    <dgm:cxn modelId="{95672DB6-B008-43CC-88AF-7954F16A30D7}" type="presOf" srcId="{C335FCD1-2077-406D-9B9C-CE36A8D62F39}" destId="{F077E5B6-82D4-4AF5-AF60-9C1682375C06}" srcOrd="0" destOrd="0" presId="urn:microsoft.com/office/officeart/2018/5/layout/IconCircleLabelList"/>
    <dgm:cxn modelId="{583101DB-9CCD-4B2E-8B8B-5AF8C2E7788B}" type="presOf" srcId="{4CD9E6E8-7E1F-4754-A826-0DB4D96BCA3A}" destId="{0445658C-B3F2-4A47-BAC5-B37C20289B98}" srcOrd="0" destOrd="0" presId="urn:microsoft.com/office/officeart/2018/5/layout/IconCircleLabelList"/>
    <dgm:cxn modelId="{DE4CF153-11B1-4E77-8208-35A51D328D32}" type="presParOf" srcId="{7D12E956-36B1-4A72-B0E7-079FD6AC2CE2}" destId="{EEDF0D84-79DC-42AC-9A07-66041215738A}" srcOrd="0" destOrd="0" presId="urn:microsoft.com/office/officeart/2018/5/layout/IconCircleLabelList"/>
    <dgm:cxn modelId="{E6E538B5-28BE-4D42-ABA0-7CCA060EF308}" type="presParOf" srcId="{EEDF0D84-79DC-42AC-9A07-66041215738A}" destId="{0CC6ED00-15B5-46E4-AA88-D826C069D57D}" srcOrd="0" destOrd="0" presId="urn:microsoft.com/office/officeart/2018/5/layout/IconCircleLabelList"/>
    <dgm:cxn modelId="{5262CAC1-EAA9-4585-8E8B-FD9A6F374C92}" type="presParOf" srcId="{EEDF0D84-79DC-42AC-9A07-66041215738A}" destId="{1D918AA5-DF79-4EF7-9AF0-8E070D74AED6}" srcOrd="1" destOrd="0" presId="urn:microsoft.com/office/officeart/2018/5/layout/IconCircleLabelList"/>
    <dgm:cxn modelId="{85585B32-A41C-46E7-AFAA-2BAD54B3AC1D}" type="presParOf" srcId="{EEDF0D84-79DC-42AC-9A07-66041215738A}" destId="{20F906EB-0027-4168-A6E0-BCB4FBDA8AAC}" srcOrd="2" destOrd="0" presId="urn:microsoft.com/office/officeart/2018/5/layout/IconCircleLabelList"/>
    <dgm:cxn modelId="{E913C81D-0F45-4C0A-85FA-14A3D688C69F}" type="presParOf" srcId="{EEDF0D84-79DC-42AC-9A07-66041215738A}" destId="{F077E5B6-82D4-4AF5-AF60-9C1682375C06}" srcOrd="3" destOrd="0" presId="urn:microsoft.com/office/officeart/2018/5/layout/IconCircleLabelList"/>
    <dgm:cxn modelId="{33645C73-7EFA-41F4-A155-CB76126ED745}" type="presParOf" srcId="{7D12E956-36B1-4A72-B0E7-079FD6AC2CE2}" destId="{522EB894-1726-4A6F-80D4-CEA36AFABEF3}" srcOrd="1" destOrd="0" presId="urn:microsoft.com/office/officeart/2018/5/layout/IconCircleLabelList"/>
    <dgm:cxn modelId="{3C05EE97-30BD-4E26-8821-C5B18BCC2115}" type="presParOf" srcId="{7D12E956-36B1-4A72-B0E7-079FD6AC2CE2}" destId="{F8117240-8230-4CDE-9127-5B266BC48322}" srcOrd="2" destOrd="0" presId="urn:microsoft.com/office/officeart/2018/5/layout/IconCircleLabelList"/>
    <dgm:cxn modelId="{FCBEB361-22AC-4EB0-9177-159873F4DA53}" type="presParOf" srcId="{F8117240-8230-4CDE-9127-5B266BC48322}" destId="{65A1514A-2597-4591-8E6B-265A742F6812}" srcOrd="0" destOrd="0" presId="urn:microsoft.com/office/officeart/2018/5/layout/IconCircleLabelList"/>
    <dgm:cxn modelId="{84BD9280-B0C9-42B5-8BDE-5D5AE0EB8F50}" type="presParOf" srcId="{F8117240-8230-4CDE-9127-5B266BC48322}" destId="{AB32D3F9-E8DA-4AB0-B683-BC3D431606F9}" srcOrd="1" destOrd="0" presId="urn:microsoft.com/office/officeart/2018/5/layout/IconCircleLabelList"/>
    <dgm:cxn modelId="{3B8CB0DE-37EC-43AE-AC6B-29626F92731A}" type="presParOf" srcId="{F8117240-8230-4CDE-9127-5B266BC48322}" destId="{4B838BDE-6644-42F6-9080-B78B420C07BB}" srcOrd="2" destOrd="0" presId="urn:microsoft.com/office/officeart/2018/5/layout/IconCircleLabelList"/>
    <dgm:cxn modelId="{2C8FFB5D-5B3A-408F-8A53-7B3D23B778A2}" type="presParOf" srcId="{F8117240-8230-4CDE-9127-5B266BC48322}" destId="{E966DEF0-A1AB-4765-8054-9DA0EF0D50A8}" srcOrd="3" destOrd="0" presId="urn:microsoft.com/office/officeart/2018/5/layout/IconCircleLabelList"/>
    <dgm:cxn modelId="{0F7045DA-F2CD-40C7-B9D3-9B4C02A324E6}" type="presParOf" srcId="{7D12E956-36B1-4A72-B0E7-079FD6AC2CE2}" destId="{A2475267-164F-41EA-8CD4-B1873C1E3516}" srcOrd="3" destOrd="0" presId="urn:microsoft.com/office/officeart/2018/5/layout/IconCircleLabelList"/>
    <dgm:cxn modelId="{3F770AD6-650E-4680-99AA-42475E02D576}" type="presParOf" srcId="{7D12E956-36B1-4A72-B0E7-079FD6AC2CE2}" destId="{4476EC34-970D-4118-808F-2F4175019CBC}" srcOrd="4" destOrd="0" presId="urn:microsoft.com/office/officeart/2018/5/layout/IconCircleLabelList"/>
    <dgm:cxn modelId="{448B42F6-9D1D-4F44-A524-1B890EFC84F2}" type="presParOf" srcId="{4476EC34-970D-4118-808F-2F4175019CBC}" destId="{DDC50DFF-5504-4931-93D1-C83D6AB656B8}" srcOrd="0" destOrd="0" presId="urn:microsoft.com/office/officeart/2018/5/layout/IconCircleLabelList"/>
    <dgm:cxn modelId="{F42A4CA5-98E9-4870-9323-4B96237435ED}" type="presParOf" srcId="{4476EC34-970D-4118-808F-2F4175019CBC}" destId="{8AB5F06D-0AF8-4CCD-8196-BE394E8A14FF}" srcOrd="1" destOrd="0" presId="urn:microsoft.com/office/officeart/2018/5/layout/IconCircleLabelList"/>
    <dgm:cxn modelId="{EFDBA45C-B83C-47C3-8DC9-F15A98415CBF}" type="presParOf" srcId="{4476EC34-970D-4118-808F-2F4175019CBC}" destId="{865F56B7-14E9-4DC4-BA59-47E877EB21CE}" srcOrd="2" destOrd="0" presId="urn:microsoft.com/office/officeart/2018/5/layout/IconCircleLabelList"/>
    <dgm:cxn modelId="{D64556DC-EB08-4FF6-A49A-6BBAA5D87A18}" type="presParOf" srcId="{4476EC34-970D-4118-808F-2F4175019CBC}" destId="{0445658C-B3F2-4A47-BAC5-B37C20289B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7C0368-5DFF-441E-8F8F-FA319CED9BD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1ACB8D0-A084-4DE7-9C89-12623F0B1819}">
      <dgm:prSet custT="1"/>
      <dgm:spPr/>
      <dgm:t>
        <a:bodyPr/>
        <a:lstStyle/>
        <a:p>
          <a:pPr>
            <a:defRPr cap="all"/>
          </a:pPr>
          <a:r>
            <a:rPr lang="en-US" sz="1800" dirty="0"/>
            <a:t>Plataforma </a:t>
          </a:r>
          <a:r>
            <a:rPr lang="es-CO" sz="1800" dirty="0"/>
            <a:t>con</a:t>
          </a:r>
          <a:r>
            <a:rPr lang="en-US" sz="1800" dirty="0"/>
            <a:t> </a:t>
          </a:r>
          <a:r>
            <a:rPr lang="en-US" sz="1800" dirty="0" err="1"/>
            <a:t>Catálogo</a:t>
          </a:r>
          <a:r>
            <a:rPr lang="en-US" sz="1800" dirty="0"/>
            <a:t> digital </a:t>
          </a:r>
          <a:r>
            <a:rPr lang="en-US" sz="1800" dirty="0" err="1"/>
            <a:t>profesional</a:t>
          </a:r>
          <a:r>
            <a:rPr lang="en-US" sz="1800" dirty="0"/>
            <a:t>.</a:t>
          </a:r>
        </a:p>
      </dgm:t>
    </dgm:pt>
    <dgm:pt modelId="{5DEFFF20-A0DE-4998-8712-F6EB1E9D4D78}" type="parTrans" cxnId="{A6026E70-1ED4-4FF0-A8D1-FE3B3F41E804}">
      <dgm:prSet/>
      <dgm:spPr/>
      <dgm:t>
        <a:bodyPr/>
        <a:lstStyle/>
        <a:p>
          <a:endParaRPr lang="en-US"/>
        </a:p>
      </dgm:t>
    </dgm:pt>
    <dgm:pt modelId="{490DDB95-E7D1-417B-9A01-EE21F430E388}" type="sibTrans" cxnId="{A6026E70-1ED4-4FF0-A8D1-FE3B3F41E804}">
      <dgm:prSet/>
      <dgm:spPr/>
      <dgm:t>
        <a:bodyPr/>
        <a:lstStyle/>
        <a:p>
          <a:endParaRPr lang="en-US"/>
        </a:p>
      </dgm:t>
    </dgm:pt>
    <dgm:pt modelId="{3ADA02A7-6F92-44F0-97B8-D298A47DDD8D}">
      <dgm:prSet custT="1"/>
      <dgm:spPr/>
      <dgm:t>
        <a:bodyPr/>
        <a:lstStyle/>
        <a:p>
          <a:pPr>
            <a:defRPr cap="all"/>
          </a:pPr>
          <a:r>
            <a:rPr lang="en-US" sz="1800" dirty="0" err="1"/>
            <a:t>Diseñada</a:t>
          </a:r>
          <a:r>
            <a:rPr lang="en-US" sz="1800" dirty="0"/>
            <a:t> para </a:t>
          </a:r>
          <a:r>
            <a:rPr lang="en-US" sz="1800" dirty="0" err="1"/>
            <a:t>emprendedores</a:t>
          </a:r>
          <a:r>
            <a:rPr lang="en-US" sz="1800" dirty="0"/>
            <a:t> sin </a:t>
          </a:r>
          <a:r>
            <a:rPr lang="en-US" sz="1800" dirty="0" err="1"/>
            <a:t>conocimientos</a:t>
          </a:r>
          <a:r>
            <a:rPr lang="en-US" sz="1800" dirty="0"/>
            <a:t> </a:t>
          </a:r>
          <a:r>
            <a:rPr lang="en-US" sz="1800" dirty="0" err="1"/>
            <a:t>técnicos</a:t>
          </a:r>
          <a:r>
            <a:rPr lang="en-US" sz="1800" dirty="0"/>
            <a:t>.</a:t>
          </a:r>
        </a:p>
      </dgm:t>
    </dgm:pt>
    <dgm:pt modelId="{FD085B12-B673-4DD1-9D6B-60AA5835A44B}" type="parTrans" cxnId="{85D0B9A0-13B1-41C5-AA95-9BBFB2DB0F65}">
      <dgm:prSet/>
      <dgm:spPr/>
      <dgm:t>
        <a:bodyPr/>
        <a:lstStyle/>
        <a:p>
          <a:endParaRPr lang="en-US"/>
        </a:p>
      </dgm:t>
    </dgm:pt>
    <dgm:pt modelId="{02FBEFE0-768A-42F5-A4CD-4EC3E50ABD56}" type="sibTrans" cxnId="{85D0B9A0-13B1-41C5-AA95-9BBFB2DB0F65}">
      <dgm:prSet/>
      <dgm:spPr/>
      <dgm:t>
        <a:bodyPr/>
        <a:lstStyle/>
        <a:p>
          <a:endParaRPr lang="en-US"/>
        </a:p>
      </dgm:t>
    </dgm:pt>
    <dgm:pt modelId="{E92AD062-CF90-4100-AA42-32250B071BB1}">
      <dgm:prSet custT="1"/>
      <dgm:spPr/>
      <dgm:t>
        <a:bodyPr/>
        <a:lstStyle/>
        <a:p>
          <a:pPr>
            <a:defRPr cap="all"/>
          </a:pPr>
          <a:r>
            <a:rPr lang="en-US" sz="1800" dirty="0" err="1"/>
            <a:t>Permite</a:t>
          </a:r>
          <a:r>
            <a:rPr lang="en-US" sz="1800" dirty="0"/>
            <a:t> </a:t>
          </a:r>
          <a:r>
            <a:rPr lang="en-US" sz="1800" dirty="0" err="1"/>
            <a:t>mostrar</a:t>
          </a:r>
          <a:r>
            <a:rPr lang="en-US" sz="1800" dirty="0"/>
            <a:t> </a:t>
          </a:r>
          <a:r>
            <a:rPr lang="en-US" sz="1800" dirty="0" err="1"/>
            <a:t>productos</a:t>
          </a:r>
          <a:r>
            <a:rPr lang="en-US" sz="1800" dirty="0"/>
            <a:t>, </a:t>
          </a:r>
          <a:r>
            <a:rPr lang="en-US" sz="1800" dirty="0" err="1"/>
            <a:t>precios</a:t>
          </a:r>
          <a:r>
            <a:rPr lang="en-US" sz="1800" dirty="0"/>
            <a:t> y </a:t>
          </a:r>
          <a:r>
            <a:rPr lang="en-US" sz="1800" dirty="0" err="1"/>
            <a:t>contacto</a:t>
          </a:r>
          <a:r>
            <a:rPr lang="en-US" sz="1800" dirty="0"/>
            <a:t> </a:t>
          </a:r>
          <a:r>
            <a:rPr lang="en-US" sz="1800" dirty="0" err="1"/>
            <a:t>fácilmente</a:t>
          </a:r>
          <a:r>
            <a:rPr lang="en-US" sz="1800" dirty="0"/>
            <a:t>.</a:t>
          </a:r>
        </a:p>
      </dgm:t>
    </dgm:pt>
    <dgm:pt modelId="{AB2CC5B0-E043-4A76-B485-754BF31E769C}" type="parTrans" cxnId="{5D8C29E3-237A-47C9-B185-3FFE1FC4FC04}">
      <dgm:prSet/>
      <dgm:spPr/>
      <dgm:t>
        <a:bodyPr/>
        <a:lstStyle/>
        <a:p>
          <a:endParaRPr lang="en-US"/>
        </a:p>
      </dgm:t>
    </dgm:pt>
    <dgm:pt modelId="{C96463E2-7FF8-427A-980A-31D51E4180C4}" type="sibTrans" cxnId="{5D8C29E3-237A-47C9-B185-3FFE1FC4FC04}">
      <dgm:prSet/>
      <dgm:spPr/>
      <dgm:t>
        <a:bodyPr/>
        <a:lstStyle/>
        <a:p>
          <a:endParaRPr lang="en-US"/>
        </a:p>
      </dgm:t>
    </dgm:pt>
    <dgm:pt modelId="{E1C24E10-4772-4AE1-AC79-4CBED5276CFF}">
      <dgm:prSet custT="1"/>
      <dgm:spPr/>
      <dgm:t>
        <a:bodyPr/>
        <a:lstStyle/>
        <a:p>
          <a:pPr>
            <a:defRPr cap="all"/>
          </a:pPr>
          <a:r>
            <a:rPr lang="en-US" sz="1800" dirty="0" err="1"/>
            <a:t>Atención</a:t>
          </a:r>
          <a:r>
            <a:rPr lang="en-US" sz="1800" dirty="0"/>
            <a:t> </a:t>
          </a:r>
          <a:r>
            <a:rPr lang="en-US" sz="1800" dirty="0" err="1"/>
            <a:t>automática</a:t>
          </a:r>
          <a:r>
            <a:rPr lang="en-US" sz="1800" dirty="0"/>
            <a:t> </a:t>
          </a:r>
          <a:r>
            <a:rPr lang="en-US" sz="1800" dirty="0" err="1"/>
            <a:t>mediante</a:t>
          </a:r>
          <a:r>
            <a:rPr lang="en-US" sz="1800" dirty="0"/>
            <a:t> chatbot 24/7.</a:t>
          </a:r>
        </a:p>
      </dgm:t>
    </dgm:pt>
    <dgm:pt modelId="{7C6E3957-9FED-49C7-A889-6C8F3A4D3A04}" type="parTrans" cxnId="{CA0DB435-64A9-45F5-ABF6-FF25462B7D13}">
      <dgm:prSet/>
      <dgm:spPr/>
      <dgm:t>
        <a:bodyPr/>
        <a:lstStyle/>
        <a:p>
          <a:endParaRPr lang="en-US"/>
        </a:p>
      </dgm:t>
    </dgm:pt>
    <dgm:pt modelId="{6D02561A-43AE-4E64-8260-28AB675F7A4B}" type="sibTrans" cxnId="{CA0DB435-64A9-45F5-ABF6-FF25462B7D13}">
      <dgm:prSet/>
      <dgm:spPr/>
      <dgm:t>
        <a:bodyPr/>
        <a:lstStyle/>
        <a:p>
          <a:endParaRPr lang="en-US"/>
        </a:p>
      </dgm:t>
    </dgm:pt>
    <dgm:pt modelId="{8C8FA184-423E-4B64-829B-B03533CCBE1C}">
      <dgm:prSet custT="1"/>
      <dgm:spPr/>
      <dgm:t>
        <a:bodyPr/>
        <a:lstStyle/>
        <a:p>
          <a:pPr>
            <a:defRPr cap="all"/>
          </a:pPr>
          <a:r>
            <a:rPr lang="en-US" sz="1800" dirty="0"/>
            <a:t>Identidad visual </a:t>
          </a:r>
          <a:r>
            <a:rPr lang="en-US" sz="1800" dirty="0" err="1"/>
            <a:t>personalizada</a:t>
          </a:r>
          <a:r>
            <a:rPr lang="en-US" sz="1800" dirty="0"/>
            <a:t> </a:t>
          </a:r>
          <a:r>
            <a:rPr lang="en-US" sz="1800" dirty="0" err="1"/>
            <a:t>por</a:t>
          </a:r>
          <a:r>
            <a:rPr lang="en-US" sz="1800" dirty="0"/>
            <a:t> </a:t>
          </a:r>
          <a:r>
            <a:rPr lang="en-US" sz="1800" dirty="0" err="1"/>
            <a:t>cada</a:t>
          </a:r>
          <a:r>
            <a:rPr lang="en-US" sz="1800" dirty="0"/>
            <a:t> </a:t>
          </a:r>
          <a:r>
            <a:rPr lang="en-US" sz="1800" dirty="0" err="1"/>
            <a:t>emprendimiento</a:t>
          </a:r>
          <a:r>
            <a:rPr lang="en-US" sz="1800" dirty="0"/>
            <a:t>.</a:t>
          </a:r>
        </a:p>
      </dgm:t>
    </dgm:pt>
    <dgm:pt modelId="{C6AADB86-0D94-4456-9AA9-AFA67E7B5844}" type="parTrans" cxnId="{1B480B2A-09B6-4210-ADAA-6F5FAF661F6D}">
      <dgm:prSet/>
      <dgm:spPr/>
      <dgm:t>
        <a:bodyPr/>
        <a:lstStyle/>
        <a:p>
          <a:endParaRPr lang="en-US"/>
        </a:p>
      </dgm:t>
    </dgm:pt>
    <dgm:pt modelId="{6B4AF413-C730-4D51-88D9-BEC8B9A07207}" type="sibTrans" cxnId="{1B480B2A-09B6-4210-ADAA-6F5FAF661F6D}">
      <dgm:prSet/>
      <dgm:spPr/>
      <dgm:t>
        <a:bodyPr/>
        <a:lstStyle/>
        <a:p>
          <a:endParaRPr lang="en-US"/>
        </a:p>
      </dgm:t>
    </dgm:pt>
    <dgm:pt modelId="{33D85FB7-588D-41FA-88AA-9E30F05B3BCE}" type="pres">
      <dgm:prSet presAssocID="{477C0368-5DFF-441E-8F8F-FA319CED9BD2}" presName="root" presStyleCnt="0">
        <dgm:presLayoutVars>
          <dgm:dir/>
          <dgm:resizeHandles val="exact"/>
        </dgm:presLayoutVars>
      </dgm:prSet>
      <dgm:spPr/>
    </dgm:pt>
    <dgm:pt modelId="{15FE0D0E-C6BD-4F7C-A492-73002E66EDCE}" type="pres">
      <dgm:prSet presAssocID="{B1ACB8D0-A084-4DE7-9C89-12623F0B1819}" presName="compNode" presStyleCnt="0"/>
      <dgm:spPr/>
    </dgm:pt>
    <dgm:pt modelId="{5EE191D0-AE10-47D4-B689-4DF341938F8E}" type="pres">
      <dgm:prSet presAssocID="{B1ACB8D0-A084-4DE7-9C89-12623F0B1819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5A26BCB-2265-4741-9699-98F2E86FCAA9}" type="pres">
      <dgm:prSet presAssocID="{B1ACB8D0-A084-4DE7-9C89-12623F0B181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ADCFBD5-0F24-435E-BAA4-21BB48B2CA02}" type="pres">
      <dgm:prSet presAssocID="{B1ACB8D0-A084-4DE7-9C89-12623F0B1819}" presName="spaceRect" presStyleCnt="0"/>
      <dgm:spPr/>
    </dgm:pt>
    <dgm:pt modelId="{7C4925C2-E7C1-4296-9E37-82457D8EEE40}" type="pres">
      <dgm:prSet presAssocID="{B1ACB8D0-A084-4DE7-9C89-12623F0B1819}" presName="textRect" presStyleLbl="revTx" presStyleIdx="0" presStyleCnt="5">
        <dgm:presLayoutVars>
          <dgm:chMax val="1"/>
          <dgm:chPref val="1"/>
        </dgm:presLayoutVars>
      </dgm:prSet>
      <dgm:spPr/>
    </dgm:pt>
    <dgm:pt modelId="{A5D7C027-4696-4675-9A95-D4E5D927B3FC}" type="pres">
      <dgm:prSet presAssocID="{490DDB95-E7D1-417B-9A01-EE21F430E388}" presName="sibTrans" presStyleCnt="0"/>
      <dgm:spPr/>
    </dgm:pt>
    <dgm:pt modelId="{88262870-7274-44A0-86FD-2FFA64D0062C}" type="pres">
      <dgm:prSet presAssocID="{3ADA02A7-6F92-44F0-97B8-D298A47DDD8D}" presName="compNode" presStyleCnt="0"/>
      <dgm:spPr/>
    </dgm:pt>
    <dgm:pt modelId="{B16F190F-D54B-47FB-8420-1B615D217B52}" type="pres">
      <dgm:prSet presAssocID="{3ADA02A7-6F92-44F0-97B8-D298A47DDD8D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66EE15D-5659-4235-AF9A-5E5558B3968B}" type="pres">
      <dgm:prSet presAssocID="{3ADA02A7-6F92-44F0-97B8-D298A47DDD8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9808D87-A941-4BC8-B0A9-6614A542B6CF}" type="pres">
      <dgm:prSet presAssocID="{3ADA02A7-6F92-44F0-97B8-D298A47DDD8D}" presName="spaceRect" presStyleCnt="0"/>
      <dgm:spPr/>
    </dgm:pt>
    <dgm:pt modelId="{A4DF0575-C1CE-4AC6-AB66-775FB7AE8E57}" type="pres">
      <dgm:prSet presAssocID="{3ADA02A7-6F92-44F0-97B8-D298A47DDD8D}" presName="textRect" presStyleLbl="revTx" presStyleIdx="1" presStyleCnt="5" custScaleY="98617">
        <dgm:presLayoutVars>
          <dgm:chMax val="1"/>
          <dgm:chPref val="1"/>
        </dgm:presLayoutVars>
      </dgm:prSet>
      <dgm:spPr/>
    </dgm:pt>
    <dgm:pt modelId="{0912A6ED-7B7E-45C6-8D51-B1ADA265F610}" type="pres">
      <dgm:prSet presAssocID="{02FBEFE0-768A-42F5-A4CD-4EC3E50ABD56}" presName="sibTrans" presStyleCnt="0"/>
      <dgm:spPr/>
    </dgm:pt>
    <dgm:pt modelId="{E8141B85-66EC-49DE-9F1C-2E4CCA166769}" type="pres">
      <dgm:prSet presAssocID="{E92AD062-CF90-4100-AA42-32250B071BB1}" presName="compNode" presStyleCnt="0"/>
      <dgm:spPr/>
    </dgm:pt>
    <dgm:pt modelId="{0B5981BE-9C50-4E5C-8BED-88DAE529D819}" type="pres">
      <dgm:prSet presAssocID="{E92AD062-CF90-4100-AA42-32250B071BB1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9FD8F95-EA80-4E36-A1C3-032AF0E0C11E}" type="pres">
      <dgm:prSet presAssocID="{E92AD062-CF90-4100-AA42-32250B071BB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14F62084-3C43-4E7E-9B09-F4D54829DB6C}" type="pres">
      <dgm:prSet presAssocID="{E92AD062-CF90-4100-AA42-32250B071BB1}" presName="spaceRect" presStyleCnt="0"/>
      <dgm:spPr/>
    </dgm:pt>
    <dgm:pt modelId="{2B525BDB-AE38-474C-A38C-EB32E27B4809}" type="pres">
      <dgm:prSet presAssocID="{E92AD062-CF90-4100-AA42-32250B071BB1}" presName="textRect" presStyleLbl="revTx" presStyleIdx="2" presStyleCnt="5">
        <dgm:presLayoutVars>
          <dgm:chMax val="1"/>
          <dgm:chPref val="1"/>
        </dgm:presLayoutVars>
      </dgm:prSet>
      <dgm:spPr/>
    </dgm:pt>
    <dgm:pt modelId="{8B85172D-5FC1-4022-8F6B-48D85EF4A991}" type="pres">
      <dgm:prSet presAssocID="{C96463E2-7FF8-427A-980A-31D51E4180C4}" presName="sibTrans" presStyleCnt="0"/>
      <dgm:spPr/>
    </dgm:pt>
    <dgm:pt modelId="{20EC197D-9EA8-4B64-A59D-9E4EDBF45FB9}" type="pres">
      <dgm:prSet presAssocID="{E1C24E10-4772-4AE1-AC79-4CBED5276CFF}" presName="compNode" presStyleCnt="0"/>
      <dgm:spPr/>
    </dgm:pt>
    <dgm:pt modelId="{46D7780A-1CE5-4608-A798-9EA51F8657BD}" type="pres">
      <dgm:prSet presAssocID="{E1C24E10-4772-4AE1-AC79-4CBED5276CFF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3DEF4B3-31BE-4CE1-9CB5-2FE6207D2602}" type="pres">
      <dgm:prSet presAssocID="{E1C24E10-4772-4AE1-AC79-4CBED5276C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91C817C0-5599-4436-BCAE-21358958CA28}" type="pres">
      <dgm:prSet presAssocID="{E1C24E10-4772-4AE1-AC79-4CBED5276CFF}" presName="spaceRect" presStyleCnt="0"/>
      <dgm:spPr/>
    </dgm:pt>
    <dgm:pt modelId="{6FDF97F1-5668-4FC6-A425-D85F0C5F3525}" type="pres">
      <dgm:prSet presAssocID="{E1C24E10-4772-4AE1-AC79-4CBED5276CFF}" presName="textRect" presStyleLbl="revTx" presStyleIdx="3" presStyleCnt="5">
        <dgm:presLayoutVars>
          <dgm:chMax val="1"/>
          <dgm:chPref val="1"/>
        </dgm:presLayoutVars>
      </dgm:prSet>
      <dgm:spPr/>
    </dgm:pt>
    <dgm:pt modelId="{2F162D00-67AE-4982-BBD0-32C47EA49B0A}" type="pres">
      <dgm:prSet presAssocID="{6D02561A-43AE-4E64-8260-28AB675F7A4B}" presName="sibTrans" presStyleCnt="0"/>
      <dgm:spPr/>
    </dgm:pt>
    <dgm:pt modelId="{1159F644-E5A6-4640-B133-D7DF0589C352}" type="pres">
      <dgm:prSet presAssocID="{8C8FA184-423E-4B64-829B-B03533CCBE1C}" presName="compNode" presStyleCnt="0"/>
      <dgm:spPr/>
    </dgm:pt>
    <dgm:pt modelId="{A942B20B-AC74-405B-B32F-34D1EF7EAA53}" type="pres">
      <dgm:prSet presAssocID="{8C8FA184-423E-4B64-829B-B03533CCBE1C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FCAE46E-357B-40C1-8469-2E3610FCDE67}" type="pres">
      <dgm:prSet presAssocID="{8C8FA184-423E-4B64-829B-B03533CCBE1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21E9DB78-4CB9-47FA-8D83-ADC0F6D2E2D8}" type="pres">
      <dgm:prSet presAssocID="{8C8FA184-423E-4B64-829B-B03533CCBE1C}" presName="spaceRect" presStyleCnt="0"/>
      <dgm:spPr/>
    </dgm:pt>
    <dgm:pt modelId="{4D2C59B3-A7CF-4A3B-BADA-282CC1FECD2A}" type="pres">
      <dgm:prSet presAssocID="{8C8FA184-423E-4B64-829B-B03533CCBE1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3FDEA0D-1D3A-4177-B5DC-A1FD8F06E728}" type="presOf" srcId="{477C0368-5DFF-441E-8F8F-FA319CED9BD2}" destId="{33D85FB7-588D-41FA-88AA-9E30F05B3BCE}" srcOrd="0" destOrd="0" presId="urn:microsoft.com/office/officeart/2018/5/layout/IconLeafLabelList"/>
    <dgm:cxn modelId="{EBACC629-D2D2-40AD-A216-09D7737488A9}" type="presOf" srcId="{E1C24E10-4772-4AE1-AC79-4CBED5276CFF}" destId="{6FDF97F1-5668-4FC6-A425-D85F0C5F3525}" srcOrd="0" destOrd="0" presId="urn:microsoft.com/office/officeart/2018/5/layout/IconLeafLabelList"/>
    <dgm:cxn modelId="{1B480B2A-09B6-4210-ADAA-6F5FAF661F6D}" srcId="{477C0368-5DFF-441E-8F8F-FA319CED9BD2}" destId="{8C8FA184-423E-4B64-829B-B03533CCBE1C}" srcOrd="4" destOrd="0" parTransId="{C6AADB86-0D94-4456-9AA9-AFA67E7B5844}" sibTransId="{6B4AF413-C730-4D51-88D9-BEC8B9A07207}"/>
    <dgm:cxn modelId="{CA0DB435-64A9-45F5-ABF6-FF25462B7D13}" srcId="{477C0368-5DFF-441E-8F8F-FA319CED9BD2}" destId="{E1C24E10-4772-4AE1-AC79-4CBED5276CFF}" srcOrd="3" destOrd="0" parTransId="{7C6E3957-9FED-49C7-A889-6C8F3A4D3A04}" sibTransId="{6D02561A-43AE-4E64-8260-28AB675F7A4B}"/>
    <dgm:cxn modelId="{F3DB4466-0C4E-43ED-88DB-F9812FB2F1A1}" type="presOf" srcId="{B1ACB8D0-A084-4DE7-9C89-12623F0B1819}" destId="{7C4925C2-E7C1-4296-9E37-82457D8EEE40}" srcOrd="0" destOrd="0" presId="urn:microsoft.com/office/officeart/2018/5/layout/IconLeafLabelList"/>
    <dgm:cxn modelId="{A6026E70-1ED4-4FF0-A8D1-FE3B3F41E804}" srcId="{477C0368-5DFF-441E-8F8F-FA319CED9BD2}" destId="{B1ACB8D0-A084-4DE7-9C89-12623F0B1819}" srcOrd="0" destOrd="0" parTransId="{5DEFFF20-A0DE-4998-8712-F6EB1E9D4D78}" sibTransId="{490DDB95-E7D1-417B-9A01-EE21F430E388}"/>
    <dgm:cxn modelId="{96AADE7E-E73C-44FB-9443-2610DEC8AB96}" type="presOf" srcId="{3ADA02A7-6F92-44F0-97B8-D298A47DDD8D}" destId="{A4DF0575-C1CE-4AC6-AB66-775FB7AE8E57}" srcOrd="0" destOrd="0" presId="urn:microsoft.com/office/officeart/2018/5/layout/IconLeafLabelList"/>
    <dgm:cxn modelId="{86510694-0C11-4522-B90C-26BE5D522E09}" type="presOf" srcId="{E92AD062-CF90-4100-AA42-32250B071BB1}" destId="{2B525BDB-AE38-474C-A38C-EB32E27B4809}" srcOrd="0" destOrd="0" presId="urn:microsoft.com/office/officeart/2018/5/layout/IconLeafLabelList"/>
    <dgm:cxn modelId="{85D0B9A0-13B1-41C5-AA95-9BBFB2DB0F65}" srcId="{477C0368-5DFF-441E-8F8F-FA319CED9BD2}" destId="{3ADA02A7-6F92-44F0-97B8-D298A47DDD8D}" srcOrd="1" destOrd="0" parTransId="{FD085B12-B673-4DD1-9D6B-60AA5835A44B}" sibTransId="{02FBEFE0-768A-42F5-A4CD-4EC3E50ABD56}"/>
    <dgm:cxn modelId="{A2A960A5-641B-4E9D-A7CF-73A978038B94}" type="presOf" srcId="{8C8FA184-423E-4B64-829B-B03533CCBE1C}" destId="{4D2C59B3-A7CF-4A3B-BADA-282CC1FECD2A}" srcOrd="0" destOrd="0" presId="urn:microsoft.com/office/officeart/2018/5/layout/IconLeafLabelList"/>
    <dgm:cxn modelId="{5D8C29E3-237A-47C9-B185-3FFE1FC4FC04}" srcId="{477C0368-5DFF-441E-8F8F-FA319CED9BD2}" destId="{E92AD062-CF90-4100-AA42-32250B071BB1}" srcOrd="2" destOrd="0" parTransId="{AB2CC5B0-E043-4A76-B485-754BF31E769C}" sibTransId="{C96463E2-7FF8-427A-980A-31D51E4180C4}"/>
    <dgm:cxn modelId="{EA34A3E6-AAB4-4C98-B375-61ABA2FBFB7A}" type="presParOf" srcId="{33D85FB7-588D-41FA-88AA-9E30F05B3BCE}" destId="{15FE0D0E-C6BD-4F7C-A492-73002E66EDCE}" srcOrd="0" destOrd="0" presId="urn:microsoft.com/office/officeart/2018/5/layout/IconLeafLabelList"/>
    <dgm:cxn modelId="{09D6C2BF-5269-4BDB-988A-FC5B799BAB43}" type="presParOf" srcId="{15FE0D0E-C6BD-4F7C-A492-73002E66EDCE}" destId="{5EE191D0-AE10-47D4-B689-4DF341938F8E}" srcOrd="0" destOrd="0" presId="urn:microsoft.com/office/officeart/2018/5/layout/IconLeafLabelList"/>
    <dgm:cxn modelId="{87E2CC7E-EC0A-406A-9A08-C8F11391DAED}" type="presParOf" srcId="{15FE0D0E-C6BD-4F7C-A492-73002E66EDCE}" destId="{C5A26BCB-2265-4741-9699-98F2E86FCAA9}" srcOrd="1" destOrd="0" presId="urn:microsoft.com/office/officeart/2018/5/layout/IconLeafLabelList"/>
    <dgm:cxn modelId="{8578BCF0-FDAC-4A60-9EC2-A0CF66821E25}" type="presParOf" srcId="{15FE0D0E-C6BD-4F7C-A492-73002E66EDCE}" destId="{BADCFBD5-0F24-435E-BAA4-21BB48B2CA02}" srcOrd="2" destOrd="0" presId="urn:microsoft.com/office/officeart/2018/5/layout/IconLeafLabelList"/>
    <dgm:cxn modelId="{600B1B6C-E8CA-4E67-8B13-C3B1C50BF6D4}" type="presParOf" srcId="{15FE0D0E-C6BD-4F7C-A492-73002E66EDCE}" destId="{7C4925C2-E7C1-4296-9E37-82457D8EEE40}" srcOrd="3" destOrd="0" presId="urn:microsoft.com/office/officeart/2018/5/layout/IconLeafLabelList"/>
    <dgm:cxn modelId="{F278FB2E-FF69-4886-94CF-FCCCC05AD5FC}" type="presParOf" srcId="{33D85FB7-588D-41FA-88AA-9E30F05B3BCE}" destId="{A5D7C027-4696-4675-9A95-D4E5D927B3FC}" srcOrd="1" destOrd="0" presId="urn:microsoft.com/office/officeart/2018/5/layout/IconLeafLabelList"/>
    <dgm:cxn modelId="{6950843E-6E39-420E-B39A-E5A05F4422A4}" type="presParOf" srcId="{33D85FB7-588D-41FA-88AA-9E30F05B3BCE}" destId="{88262870-7274-44A0-86FD-2FFA64D0062C}" srcOrd="2" destOrd="0" presId="urn:microsoft.com/office/officeart/2018/5/layout/IconLeafLabelList"/>
    <dgm:cxn modelId="{63142193-C818-40BE-984A-B996AE33A377}" type="presParOf" srcId="{88262870-7274-44A0-86FD-2FFA64D0062C}" destId="{B16F190F-D54B-47FB-8420-1B615D217B52}" srcOrd="0" destOrd="0" presId="urn:microsoft.com/office/officeart/2018/5/layout/IconLeafLabelList"/>
    <dgm:cxn modelId="{3D148788-E33F-46CF-9D86-5AB0C1E9D31B}" type="presParOf" srcId="{88262870-7274-44A0-86FD-2FFA64D0062C}" destId="{C66EE15D-5659-4235-AF9A-5E5558B3968B}" srcOrd="1" destOrd="0" presId="urn:microsoft.com/office/officeart/2018/5/layout/IconLeafLabelList"/>
    <dgm:cxn modelId="{007F4755-8EAD-41F0-952D-867391EB18A9}" type="presParOf" srcId="{88262870-7274-44A0-86FD-2FFA64D0062C}" destId="{F9808D87-A941-4BC8-B0A9-6614A542B6CF}" srcOrd="2" destOrd="0" presId="urn:microsoft.com/office/officeart/2018/5/layout/IconLeafLabelList"/>
    <dgm:cxn modelId="{3567CE1E-6F0C-4A37-8F35-C17C357E4D93}" type="presParOf" srcId="{88262870-7274-44A0-86FD-2FFA64D0062C}" destId="{A4DF0575-C1CE-4AC6-AB66-775FB7AE8E57}" srcOrd="3" destOrd="0" presId="urn:microsoft.com/office/officeart/2018/5/layout/IconLeafLabelList"/>
    <dgm:cxn modelId="{5BC30150-D178-42F5-84EA-FDCCADA2240C}" type="presParOf" srcId="{33D85FB7-588D-41FA-88AA-9E30F05B3BCE}" destId="{0912A6ED-7B7E-45C6-8D51-B1ADA265F610}" srcOrd="3" destOrd="0" presId="urn:microsoft.com/office/officeart/2018/5/layout/IconLeafLabelList"/>
    <dgm:cxn modelId="{48CED971-EB31-441C-A915-3D0079309BEF}" type="presParOf" srcId="{33D85FB7-588D-41FA-88AA-9E30F05B3BCE}" destId="{E8141B85-66EC-49DE-9F1C-2E4CCA166769}" srcOrd="4" destOrd="0" presId="urn:microsoft.com/office/officeart/2018/5/layout/IconLeafLabelList"/>
    <dgm:cxn modelId="{2808296E-6F8A-4D38-885B-B9016C0915E5}" type="presParOf" srcId="{E8141B85-66EC-49DE-9F1C-2E4CCA166769}" destId="{0B5981BE-9C50-4E5C-8BED-88DAE529D819}" srcOrd="0" destOrd="0" presId="urn:microsoft.com/office/officeart/2018/5/layout/IconLeafLabelList"/>
    <dgm:cxn modelId="{493F2446-F302-4C7C-8B3D-6429894196A2}" type="presParOf" srcId="{E8141B85-66EC-49DE-9F1C-2E4CCA166769}" destId="{69FD8F95-EA80-4E36-A1C3-032AF0E0C11E}" srcOrd="1" destOrd="0" presId="urn:microsoft.com/office/officeart/2018/5/layout/IconLeafLabelList"/>
    <dgm:cxn modelId="{7CE3FFF4-06EA-4B84-96E1-456A4AED9AFA}" type="presParOf" srcId="{E8141B85-66EC-49DE-9F1C-2E4CCA166769}" destId="{14F62084-3C43-4E7E-9B09-F4D54829DB6C}" srcOrd="2" destOrd="0" presId="urn:microsoft.com/office/officeart/2018/5/layout/IconLeafLabelList"/>
    <dgm:cxn modelId="{D3AD6F0A-07FC-4833-90A1-FE20A7DB6DAF}" type="presParOf" srcId="{E8141B85-66EC-49DE-9F1C-2E4CCA166769}" destId="{2B525BDB-AE38-474C-A38C-EB32E27B4809}" srcOrd="3" destOrd="0" presId="urn:microsoft.com/office/officeart/2018/5/layout/IconLeafLabelList"/>
    <dgm:cxn modelId="{EF4AD8A8-8FBD-4822-8EE4-3E875A89E7BE}" type="presParOf" srcId="{33D85FB7-588D-41FA-88AA-9E30F05B3BCE}" destId="{8B85172D-5FC1-4022-8F6B-48D85EF4A991}" srcOrd="5" destOrd="0" presId="urn:microsoft.com/office/officeart/2018/5/layout/IconLeafLabelList"/>
    <dgm:cxn modelId="{DF5E1219-E349-4627-BAA5-D13B639FD778}" type="presParOf" srcId="{33D85FB7-588D-41FA-88AA-9E30F05B3BCE}" destId="{20EC197D-9EA8-4B64-A59D-9E4EDBF45FB9}" srcOrd="6" destOrd="0" presId="urn:microsoft.com/office/officeart/2018/5/layout/IconLeafLabelList"/>
    <dgm:cxn modelId="{9684D24F-601E-45A0-8494-7B24170983C8}" type="presParOf" srcId="{20EC197D-9EA8-4B64-A59D-9E4EDBF45FB9}" destId="{46D7780A-1CE5-4608-A798-9EA51F8657BD}" srcOrd="0" destOrd="0" presId="urn:microsoft.com/office/officeart/2018/5/layout/IconLeafLabelList"/>
    <dgm:cxn modelId="{75FF0432-BCFB-46F5-A981-6095116B7ED6}" type="presParOf" srcId="{20EC197D-9EA8-4B64-A59D-9E4EDBF45FB9}" destId="{43DEF4B3-31BE-4CE1-9CB5-2FE6207D2602}" srcOrd="1" destOrd="0" presId="urn:microsoft.com/office/officeart/2018/5/layout/IconLeafLabelList"/>
    <dgm:cxn modelId="{F45E31EF-2C96-467E-B87B-ACC661F90EDF}" type="presParOf" srcId="{20EC197D-9EA8-4B64-A59D-9E4EDBF45FB9}" destId="{91C817C0-5599-4436-BCAE-21358958CA28}" srcOrd="2" destOrd="0" presId="urn:microsoft.com/office/officeart/2018/5/layout/IconLeafLabelList"/>
    <dgm:cxn modelId="{43D7BDEA-972B-4E0A-907B-FC1FBF087207}" type="presParOf" srcId="{20EC197D-9EA8-4B64-A59D-9E4EDBF45FB9}" destId="{6FDF97F1-5668-4FC6-A425-D85F0C5F3525}" srcOrd="3" destOrd="0" presId="urn:microsoft.com/office/officeart/2018/5/layout/IconLeafLabelList"/>
    <dgm:cxn modelId="{AB9C7FCE-1804-4E6A-A615-2BE07DE850D6}" type="presParOf" srcId="{33D85FB7-588D-41FA-88AA-9E30F05B3BCE}" destId="{2F162D00-67AE-4982-BBD0-32C47EA49B0A}" srcOrd="7" destOrd="0" presId="urn:microsoft.com/office/officeart/2018/5/layout/IconLeafLabelList"/>
    <dgm:cxn modelId="{E91D9896-5FAA-4034-B81E-B6624FF469A6}" type="presParOf" srcId="{33D85FB7-588D-41FA-88AA-9E30F05B3BCE}" destId="{1159F644-E5A6-4640-B133-D7DF0589C352}" srcOrd="8" destOrd="0" presId="urn:microsoft.com/office/officeart/2018/5/layout/IconLeafLabelList"/>
    <dgm:cxn modelId="{E8714F07-5F59-491A-9263-8D21079BACA8}" type="presParOf" srcId="{1159F644-E5A6-4640-B133-D7DF0589C352}" destId="{A942B20B-AC74-405B-B32F-34D1EF7EAA53}" srcOrd="0" destOrd="0" presId="urn:microsoft.com/office/officeart/2018/5/layout/IconLeafLabelList"/>
    <dgm:cxn modelId="{3B6E02D6-7555-43AB-BF41-F4CD7B68723B}" type="presParOf" srcId="{1159F644-E5A6-4640-B133-D7DF0589C352}" destId="{7FCAE46E-357B-40C1-8469-2E3610FCDE67}" srcOrd="1" destOrd="0" presId="urn:microsoft.com/office/officeart/2018/5/layout/IconLeafLabelList"/>
    <dgm:cxn modelId="{6617CA06-7C05-436D-A020-7749E0899006}" type="presParOf" srcId="{1159F644-E5A6-4640-B133-D7DF0589C352}" destId="{21E9DB78-4CB9-47FA-8D83-ADC0F6D2E2D8}" srcOrd="2" destOrd="0" presId="urn:microsoft.com/office/officeart/2018/5/layout/IconLeafLabelList"/>
    <dgm:cxn modelId="{4CE15E7E-6747-45A0-86A8-25631E264EEA}" type="presParOf" srcId="{1159F644-E5A6-4640-B133-D7DF0589C352}" destId="{4D2C59B3-A7CF-4A3B-BADA-282CC1FECD2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FFD2CD-8F3C-4A58-B55E-F285EE67F1B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FC957CE-1916-499C-B800-8E4E375C2B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 err="1"/>
            <a:t>Transforma</a:t>
          </a:r>
          <a:r>
            <a:rPr lang="en-US" sz="1800" dirty="0"/>
            <a:t> </a:t>
          </a:r>
          <a:r>
            <a:rPr lang="en-US" sz="1800" dirty="0" err="1"/>
            <a:t>negocios</a:t>
          </a:r>
          <a:r>
            <a:rPr lang="en-US" sz="1800" dirty="0"/>
            <a:t> </a:t>
          </a:r>
          <a:r>
            <a:rPr lang="en-US" sz="1800" dirty="0" err="1"/>
            <a:t>informales</a:t>
          </a:r>
          <a:r>
            <a:rPr lang="en-US" sz="1800" dirty="0"/>
            <a:t> </a:t>
          </a:r>
          <a:r>
            <a:rPr lang="en-US" sz="1800" dirty="0" err="1"/>
            <a:t>en</a:t>
          </a:r>
          <a:r>
            <a:rPr lang="en-US" sz="1800" dirty="0"/>
            <a:t> </a:t>
          </a:r>
          <a:r>
            <a:rPr lang="en-US" sz="1800" dirty="0" err="1"/>
            <a:t>marcas</a:t>
          </a:r>
          <a:r>
            <a:rPr lang="en-US" sz="1800" dirty="0"/>
            <a:t> </a:t>
          </a:r>
          <a:r>
            <a:rPr lang="en-US" sz="1800" dirty="0" err="1"/>
            <a:t>profesionales</a:t>
          </a:r>
          <a:r>
            <a:rPr lang="en-US" sz="1800" dirty="0"/>
            <a:t>.</a:t>
          </a:r>
        </a:p>
      </dgm:t>
    </dgm:pt>
    <dgm:pt modelId="{5A75D620-4264-49EF-B1C7-77A9DBAF2A2E}" type="parTrans" cxnId="{630245F3-2AF6-439C-AF09-07B8685F5ED4}">
      <dgm:prSet/>
      <dgm:spPr/>
      <dgm:t>
        <a:bodyPr/>
        <a:lstStyle/>
        <a:p>
          <a:endParaRPr lang="en-US"/>
        </a:p>
      </dgm:t>
    </dgm:pt>
    <dgm:pt modelId="{B116EA49-20FC-48D7-8C78-D295D4393FB7}" type="sibTrans" cxnId="{630245F3-2AF6-439C-AF09-07B8685F5E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FC2DDA3-4014-43CD-934A-7C86EBD4BE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 err="1"/>
            <a:t>Mejora</a:t>
          </a:r>
          <a:r>
            <a:rPr lang="en-US" sz="1800" dirty="0"/>
            <a:t> </a:t>
          </a:r>
          <a:r>
            <a:rPr lang="en-US" sz="1800" dirty="0" err="1"/>
            <a:t>presencia</a:t>
          </a:r>
          <a:r>
            <a:rPr lang="en-US" sz="1800" dirty="0"/>
            <a:t> digital y </a:t>
          </a:r>
          <a:r>
            <a:rPr lang="en-US" sz="1800" dirty="0" err="1"/>
            <a:t>credibilidad</a:t>
          </a:r>
          <a:r>
            <a:rPr lang="en-US" sz="1800" dirty="0"/>
            <a:t>.</a:t>
          </a:r>
        </a:p>
      </dgm:t>
    </dgm:pt>
    <dgm:pt modelId="{2C1E6F9D-17B3-4522-8B9E-79BB901BA4F2}" type="parTrans" cxnId="{C3721F88-31F4-47C4-8019-C3F049203CF2}">
      <dgm:prSet/>
      <dgm:spPr/>
      <dgm:t>
        <a:bodyPr/>
        <a:lstStyle/>
        <a:p>
          <a:endParaRPr lang="en-US"/>
        </a:p>
      </dgm:t>
    </dgm:pt>
    <dgm:pt modelId="{E191DABC-7034-4EE6-9686-80DE38F8A997}" type="sibTrans" cxnId="{C3721F88-31F4-47C4-8019-C3F049203C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2B9CEC-0AD3-4BF8-85AF-8FC0568E8E6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 err="1"/>
            <a:t>Facilita</a:t>
          </a:r>
          <a:r>
            <a:rPr lang="en-US" sz="1800" dirty="0"/>
            <a:t> la </a:t>
          </a:r>
          <a:r>
            <a:rPr lang="en-US" sz="1800" dirty="0" err="1"/>
            <a:t>venta</a:t>
          </a:r>
          <a:r>
            <a:rPr lang="en-US" sz="1800" dirty="0"/>
            <a:t> </a:t>
          </a:r>
          <a:r>
            <a:rPr lang="en-US" sz="1800" dirty="0" err="1"/>
            <a:t>mediante</a:t>
          </a:r>
          <a:r>
            <a:rPr lang="en-US" sz="1800" dirty="0"/>
            <a:t> </a:t>
          </a:r>
          <a:r>
            <a:rPr lang="en-US" sz="1800" dirty="0" err="1"/>
            <a:t>catálogo</a:t>
          </a:r>
          <a:r>
            <a:rPr lang="en-US" sz="1800" dirty="0"/>
            <a:t> visual.</a:t>
          </a:r>
        </a:p>
      </dgm:t>
    </dgm:pt>
    <dgm:pt modelId="{E298D066-CF73-4C1B-8E34-0C59886423C1}" type="parTrans" cxnId="{62765CB8-429C-4502-8517-FFD3370D6391}">
      <dgm:prSet/>
      <dgm:spPr/>
      <dgm:t>
        <a:bodyPr/>
        <a:lstStyle/>
        <a:p>
          <a:endParaRPr lang="en-US"/>
        </a:p>
      </dgm:t>
    </dgm:pt>
    <dgm:pt modelId="{E4B7AE35-896E-4FDB-BCF8-7B75054520BC}" type="sibTrans" cxnId="{62765CB8-429C-4502-8517-FFD3370D63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D7A63E-AC84-4DCF-B8E3-C905B75BE5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Reduce </a:t>
          </a:r>
          <a:r>
            <a:rPr lang="en-US" sz="1800" dirty="0" err="1"/>
            <a:t>el</a:t>
          </a:r>
          <a:r>
            <a:rPr lang="en-US" sz="1800" dirty="0"/>
            <a:t> </a:t>
          </a:r>
          <a:r>
            <a:rPr lang="en-US" sz="1800" dirty="0" err="1"/>
            <a:t>tiempo</a:t>
          </a:r>
          <a:r>
            <a:rPr lang="en-US" sz="1800" dirty="0"/>
            <a:t> de </a:t>
          </a:r>
          <a:r>
            <a:rPr lang="en-US" sz="1800" dirty="0" err="1"/>
            <a:t>respuesta</a:t>
          </a:r>
          <a:r>
            <a:rPr lang="en-US" sz="1800" dirty="0"/>
            <a:t> al </a:t>
          </a:r>
          <a:r>
            <a:rPr lang="en-US" sz="1800" dirty="0" err="1"/>
            <a:t>cliente</a:t>
          </a:r>
          <a:r>
            <a:rPr lang="en-US" sz="1800" dirty="0"/>
            <a:t>.</a:t>
          </a:r>
        </a:p>
      </dgm:t>
    </dgm:pt>
    <dgm:pt modelId="{6849694C-7221-493B-A05C-25ABB70A8076}" type="parTrans" cxnId="{BF965573-DF8A-40A2-81DD-8F89D8764A48}">
      <dgm:prSet/>
      <dgm:spPr/>
      <dgm:t>
        <a:bodyPr/>
        <a:lstStyle/>
        <a:p>
          <a:endParaRPr lang="en-US"/>
        </a:p>
      </dgm:t>
    </dgm:pt>
    <dgm:pt modelId="{8A3A018E-8339-4462-A15C-E33BCF2D44B3}" type="sibTrans" cxnId="{BF965573-DF8A-40A2-81DD-8F89D8764A4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508456-F223-491F-AAE5-3065AE40C3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Plataforma </a:t>
          </a:r>
          <a:r>
            <a:rPr lang="en-US" sz="1800" dirty="0" err="1"/>
            <a:t>fácil</a:t>
          </a:r>
          <a:r>
            <a:rPr lang="en-US" sz="1800" dirty="0"/>
            <a:t> de usar y </a:t>
          </a:r>
          <a:r>
            <a:rPr lang="en-US" sz="1800" dirty="0" err="1"/>
            <a:t>administrar</a:t>
          </a:r>
          <a:r>
            <a:rPr lang="en-US" sz="1800" dirty="0"/>
            <a:t>.</a:t>
          </a:r>
        </a:p>
      </dgm:t>
    </dgm:pt>
    <dgm:pt modelId="{A617620B-ADED-4BF4-92BF-94ED079CE8EB}" type="parTrans" cxnId="{744D1BCE-9217-4953-9186-CBCFCC0C868E}">
      <dgm:prSet/>
      <dgm:spPr/>
      <dgm:t>
        <a:bodyPr/>
        <a:lstStyle/>
        <a:p>
          <a:endParaRPr lang="en-US"/>
        </a:p>
      </dgm:t>
    </dgm:pt>
    <dgm:pt modelId="{C67679BE-572A-4B9E-BEAA-A5D0C0329289}" type="sibTrans" cxnId="{744D1BCE-9217-4953-9186-CBCFCC0C868E}">
      <dgm:prSet/>
      <dgm:spPr/>
      <dgm:t>
        <a:bodyPr/>
        <a:lstStyle/>
        <a:p>
          <a:endParaRPr lang="en-US"/>
        </a:p>
      </dgm:t>
    </dgm:pt>
    <dgm:pt modelId="{0DB0CA0D-EA60-48DA-B1DC-192B53B5C5DD}" type="pres">
      <dgm:prSet presAssocID="{DCFFD2CD-8F3C-4A58-B55E-F285EE67F1BC}" presName="root" presStyleCnt="0">
        <dgm:presLayoutVars>
          <dgm:dir/>
          <dgm:resizeHandles val="exact"/>
        </dgm:presLayoutVars>
      </dgm:prSet>
      <dgm:spPr/>
    </dgm:pt>
    <dgm:pt modelId="{CB5F2539-F402-4ABA-8C7E-B4E9DA61D185}" type="pres">
      <dgm:prSet presAssocID="{DCFFD2CD-8F3C-4A58-B55E-F285EE67F1BC}" presName="container" presStyleCnt="0">
        <dgm:presLayoutVars>
          <dgm:dir/>
          <dgm:resizeHandles val="exact"/>
        </dgm:presLayoutVars>
      </dgm:prSet>
      <dgm:spPr/>
    </dgm:pt>
    <dgm:pt modelId="{F9BEE910-CD6C-4D51-B7FA-5C8AC34C6624}" type="pres">
      <dgm:prSet presAssocID="{3FC957CE-1916-499C-B800-8E4E375C2B4D}" presName="compNode" presStyleCnt="0"/>
      <dgm:spPr/>
    </dgm:pt>
    <dgm:pt modelId="{35E63856-962B-4782-A522-BFB6119CCEF2}" type="pres">
      <dgm:prSet presAssocID="{3FC957CE-1916-499C-B800-8E4E375C2B4D}" presName="iconBgRect" presStyleLbl="bgShp" presStyleIdx="0" presStyleCnt="5"/>
      <dgm:spPr/>
    </dgm:pt>
    <dgm:pt modelId="{8D2F400B-3772-4319-AE45-30B60C3BE6F3}" type="pres">
      <dgm:prSet presAssocID="{3FC957CE-1916-499C-B800-8E4E375C2B4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7C15E4F6-398E-42BA-985C-E5D0C41B3E0A}" type="pres">
      <dgm:prSet presAssocID="{3FC957CE-1916-499C-B800-8E4E375C2B4D}" presName="spaceRect" presStyleCnt="0"/>
      <dgm:spPr/>
    </dgm:pt>
    <dgm:pt modelId="{FACAFD76-4466-48B7-AFF9-11B2EA09B145}" type="pres">
      <dgm:prSet presAssocID="{3FC957CE-1916-499C-B800-8E4E375C2B4D}" presName="textRect" presStyleLbl="revTx" presStyleIdx="0" presStyleCnt="5">
        <dgm:presLayoutVars>
          <dgm:chMax val="1"/>
          <dgm:chPref val="1"/>
        </dgm:presLayoutVars>
      </dgm:prSet>
      <dgm:spPr/>
    </dgm:pt>
    <dgm:pt modelId="{116DA0EF-875E-4679-9D8E-2D0ACE3016DA}" type="pres">
      <dgm:prSet presAssocID="{B116EA49-20FC-48D7-8C78-D295D4393FB7}" presName="sibTrans" presStyleLbl="sibTrans2D1" presStyleIdx="0" presStyleCnt="0"/>
      <dgm:spPr/>
    </dgm:pt>
    <dgm:pt modelId="{17F2A471-9EC4-4DBF-BA1E-3E8EE59E4381}" type="pres">
      <dgm:prSet presAssocID="{0FC2DDA3-4014-43CD-934A-7C86EBD4BE39}" presName="compNode" presStyleCnt="0"/>
      <dgm:spPr/>
    </dgm:pt>
    <dgm:pt modelId="{02F2DB1D-148C-4D3E-8CDC-90BF1F0AF427}" type="pres">
      <dgm:prSet presAssocID="{0FC2DDA3-4014-43CD-934A-7C86EBD4BE39}" presName="iconBgRect" presStyleLbl="bgShp" presStyleIdx="1" presStyleCnt="5"/>
      <dgm:spPr/>
    </dgm:pt>
    <dgm:pt modelId="{03BD2490-48B8-4F9C-AEDB-8474E6CD1F8C}" type="pres">
      <dgm:prSet presAssocID="{0FC2DDA3-4014-43CD-934A-7C86EBD4BE3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9485D0D-E314-429A-96A5-A237CB120C2B}" type="pres">
      <dgm:prSet presAssocID="{0FC2DDA3-4014-43CD-934A-7C86EBD4BE39}" presName="spaceRect" presStyleCnt="0"/>
      <dgm:spPr/>
    </dgm:pt>
    <dgm:pt modelId="{8A53D3E8-65B6-42BA-A357-14E33261FD3C}" type="pres">
      <dgm:prSet presAssocID="{0FC2DDA3-4014-43CD-934A-7C86EBD4BE39}" presName="textRect" presStyleLbl="revTx" presStyleIdx="1" presStyleCnt="5">
        <dgm:presLayoutVars>
          <dgm:chMax val="1"/>
          <dgm:chPref val="1"/>
        </dgm:presLayoutVars>
      </dgm:prSet>
      <dgm:spPr/>
    </dgm:pt>
    <dgm:pt modelId="{1A9918FF-F71B-4CF6-9B3A-CC75A2244AD9}" type="pres">
      <dgm:prSet presAssocID="{E191DABC-7034-4EE6-9686-80DE38F8A997}" presName="sibTrans" presStyleLbl="sibTrans2D1" presStyleIdx="0" presStyleCnt="0"/>
      <dgm:spPr/>
    </dgm:pt>
    <dgm:pt modelId="{E5698C14-79F2-4A02-80A6-696E5FC16905}" type="pres">
      <dgm:prSet presAssocID="{E52B9CEC-0AD3-4BF8-85AF-8FC0568E8E63}" presName="compNode" presStyleCnt="0"/>
      <dgm:spPr/>
    </dgm:pt>
    <dgm:pt modelId="{3A0F22B5-FC1F-45DC-849E-5DDCDFAAD71F}" type="pres">
      <dgm:prSet presAssocID="{E52B9CEC-0AD3-4BF8-85AF-8FC0568E8E63}" presName="iconBgRect" presStyleLbl="bgShp" presStyleIdx="2" presStyleCnt="5"/>
      <dgm:spPr/>
    </dgm:pt>
    <dgm:pt modelId="{95AA6C20-65B1-49D8-A6C2-004194D0DF8E}" type="pres">
      <dgm:prSet presAssocID="{E52B9CEC-0AD3-4BF8-85AF-8FC0568E8E6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6FE567AE-939D-4DDB-920C-83D52F2F4CE4}" type="pres">
      <dgm:prSet presAssocID="{E52B9CEC-0AD3-4BF8-85AF-8FC0568E8E63}" presName="spaceRect" presStyleCnt="0"/>
      <dgm:spPr/>
    </dgm:pt>
    <dgm:pt modelId="{44426FAF-F390-4C63-B524-274BAF9664F7}" type="pres">
      <dgm:prSet presAssocID="{E52B9CEC-0AD3-4BF8-85AF-8FC0568E8E63}" presName="textRect" presStyleLbl="revTx" presStyleIdx="2" presStyleCnt="5">
        <dgm:presLayoutVars>
          <dgm:chMax val="1"/>
          <dgm:chPref val="1"/>
        </dgm:presLayoutVars>
      </dgm:prSet>
      <dgm:spPr/>
    </dgm:pt>
    <dgm:pt modelId="{FD65BEDF-8CB7-4C73-A883-1721751155BC}" type="pres">
      <dgm:prSet presAssocID="{E4B7AE35-896E-4FDB-BCF8-7B75054520BC}" presName="sibTrans" presStyleLbl="sibTrans2D1" presStyleIdx="0" presStyleCnt="0"/>
      <dgm:spPr/>
    </dgm:pt>
    <dgm:pt modelId="{EA19151B-C319-48EA-8B37-91ABD393F8CB}" type="pres">
      <dgm:prSet presAssocID="{C7D7A63E-AC84-4DCF-B8E3-C905B75BE528}" presName="compNode" presStyleCnt="0"/>
      <dgm:spPr/>
    </dgm:pt>
    <dgm:pt modelId="{95351AB6-B40C-4E2C-80F3-A816E32A7615}" type="pres">
      <dgm:prSet presAssocID="{C7D7A63E-AC84-4DCF-B8E3-C905B75BE528}" presName="iconBgRect" presStyleLbl="bgShp" presStyleIdx="3" presStyleCnt="5"/>
      <dgm:spPr/>
    </dgm:pt>
    <dgm:pt modelId="{48BCE83A-9308-426F-AFFA-C2EA1D94EB68}" type="pres">
      <dgm:prSet presAssocID="{C7D7A63E-AC84-4DCF-B8E3-C905B75BE52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C1CA0B34-75ED-4614-963D-83D125ECD9D7}" type="pres">
      <dgm:prSet presAssocID="{C7D7A63E-AC84-4DCF-B8E3-C905B75BE528}" presName="spaceRect" presStyleCnt="0"/>
      <dgm:spPr/>
    </dgm:pt>
    <dgm:pt modelId="{881FBE3B-0A99-4762-AE0D-DF6BA3E0049B}" type="pres">
      <dgm:prSet presAssocID="{C7D7A63E-AC84-4DCF-B8E3-C905B75BE528}" presName="textRect" presStyleLbl="revTx" presStyleIdx="3" presStyleCnt="5">
        <dgm:presLayoutVars>
          <dgm:chMax val="1"/>
          <dgm:chPref val="1"/>
        </dgm:presLayoutVars>
      </dgm:prSet>
      <dgm:spPr/>
    </dgm:pt>
    <dgm:pt modelId="{7A38861F-F73A-4CF2-AD9D-DC8F1F61A855}" type="pres">
      <dgm:prSet presAssocID="{8A3A018E-8339-4462-A15C-E33BCF2D44B3}" presName="sibTrans" presStyleLbl="sibTrans2D1" presStyleIdx="0" presStyleCnt="0"/>
      <dgm:spPr/>
    </dgm:pt>
    <dgm:pt modelId="{77831E32-FA16-46B0-A7B5-B48F350C827F}" type="pres">
      <dgm:prSet presAssocID="{4A508456-F223-491F-AAE5-3065AE40C3F6}" presName="compNode" presStyleCnt="0"/>
      <dgm:spPr/>
    </dgm:pt>
    <dgm:pt modelId="{849E546D-DFDE-4202-BB86-F1A55BB262B3}" type="pres">
      <dgm:prSet presAssocID="{4A508456-F223-491F-AAE5-3065AE40C3F6}" presName="iconBgRect" presStyleLbl="bgShp" presStyleIdx="4" presStyleCnt="5"/>
      <dgm:spPr/>
    </dgm:pt>
    <dgm:pt modelId="{A93784D6-F166-4C5D-AFE9-89980797994D}" type="pres">
      <dgm:prSet presAssocID="{4A508456-F223-491F-AAE5-3065AE40C3F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74D15278-EA19-42F8-96FD-A08FF2302F46}" type="pres">
      <dgm:prSet presAssocID="{4A508456-F223-491F-AAE5-3065AE40C3F6}" presName="spaceRect" presStyleCnt="0"/>
      <dgm:spPr/>
    </dgm:pt>
    <dgm:pt modelId="{A9104DE9-0267-4AA1-8978-C552AB1D0DD1}" type="pres">
      <dgm:prSet presAssocID="{4A508456-F223-491F-AAE5-3065AE40C3F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A149308-1B6F-4D96-97A4-A31BCEC26BCA}" type="presOf" srcId="{0FC2DDA3-4014-43CD-934A-7C86EBD4BE39}" destId="{8A53D3E8-65B6-42BA-A357-14E33261FD3C}" srcOrd="0" destOrd="0" presId="urn:microsoft.com/office/officeart/2018/2/layout/IconCircleList"/>
    <dgm:cxn modelId="{F2EE743F-001B-46E7-9DDD-FDD66210378A}" type="presOf" srcId="{B116EA49-20FC-48D7-8C78-D295D4393FB7}" destId="{116DA0EF-875E-4679-9D8E-2D0ACE3016DA}" srcOrd="0" destOrd="0" presId="urn:microsoft.com/office/officeart/2018/2/layout/IconCircleList"/>
    <dgm:cxn modelId="{05BB915E-32DC-40B9-B0D7-6DFED1181301}" type="presOf" srcId="{DCFFD2CD-8F3C-4A58-B55E-F285EE67F1BC}" destId="{0DB0CA0D-EA60-48DA-B1DC-192B53B5C5DD}" srcOrd="0" destOrd="0" presId="urn:microsoft.com/office/officeart/2018/2/layout/IconCircleList"/>
    <dgm:cxn modelId="{8468A465-42FA-4371-8EB9-7D5434FD3A6C}" type="presOf" srcId="{E52B9CEC-0AD3-4BF8-85AF-8FC0568E8E63}" destId="{44426FAF-F390-4C63-B524-274BAF9664F7}" srcOrd="0" destOrd="0" presId="urn:microsoft.com/office/officeart/2018/2/layout/IconCircleList"/>
    <dgm:cxn modelId="{29A68E4F-8109-46B9-B3A9-E33B0B7ABDE6}" type="presOf" srcId="{3FC957CE-1916-499C-B800-8E4E375C2B4D}" destId="{FACAFD76-4466-48B7-AFF9-11B2EA09B145}" srcOrd="0" destOrd="0" presId="urn:microsoft.com/office/officeart/2018/2/layout/IconCircleList"/>
    <dgm:cxn modelId="{BF965573-DF8A-40A2-81DD-8F89D8764A48}" srcId="{DCFFD2CD-8F3C-4A58-B55E-F285EE67F1BC}" destId="{C7D7A63E-AC84-4DCF-B8E3-C905B75BE528}" srcOrd="3" destOrd="0" parTransId="{6849694C-7221-493B-A05C-25ABB70A8076}" sibTransId="{8A3A018E-8339-4462-A15C-E33BCF2D44B3}"/>
    <dgm:cxn modelId="{C3721F88-31F4-47C4-8019-C3F049203CF2}" srcId="{DCFFD2CD-8F3C-4A58-B55E-F285EE67F1BC}" destId="{0FC2DDA3-4014-43CD-934A-7C86EBD4BE39}" srcOrd="1" destOrd="0" parTransId="{2C1E6F9D-17B3-4522-8B9E-79BB901BA4F2}" sibTransId="{E191DABC-7034-4EE6-9686-80DE38F8A997}"/>
    <dgm:cxn modelId="{803901AF-F6C7-4F21-AB41-9855DFA2B08C}" type="presOf" srcId="{E4B7AE35-896E-4FDB-BCF8-7B75054520BC}" destId="{FD65BEDF-8CB7-4C73-A883-1721751155BC}" srcOrd="0" destOrd="0" presId="urn:microsoft.com/office/officeart/2018/2/layout/IconCircleList"/>
    <dgm:cxn modelId="{62765CB8-429C-4502-8517-FFD3370D6391}" srcId="{DCFFD2CD-8F3C-4A58-B55E-F285EE67F1BC}" destId="{E52B9CEC-0AD3-4BF8-85AF-8FC0568E8E63}" srcOrd="2" destOrd="0" parTransId="{E298D066-CF73-4C1B-8E34-0C59886423C1}" sibTransId="{E4B7AE35-896E-4FDB-BCF8-7B75054520BC}"/>
    <dgm:cxn modelId="{045F5DB8-EC4A-4E8A-BFDC-5E7E292C009E}" type="presOf" srcId="{E191DABC-7034-4EE6-9686-80DE38F8A997}" destId="{1A9918FF-F71B-4CF6-9B3A-CC75A2244AD9}" srcOrd="0" destOrd="0" presId="urn:microsoft.com/office/officeart/2018/2/layout/IconCircleList"/>
    <dgm:cxn modelId="{7F33FFC2-8152-4506-AA03-988F8563343C}" type="presOf" srcId="{4A508456-F223-491F-AAE5-3065AE40C3F6}" destId="{A9104DE9-0267-4AA1-8978-C552AB1D0DD1}" srcOrd="0" destOrd="0" presId="urn:microsoft.com/office/officeart/2018/2/layout/IconCircleList"/>
    <dgm:cxn modelId="{968D90C9-7FD2-4079-BA43-631E181B0CDF}" type="presOf" srcId="{8A3A018E-8339-4462-A15C-E33BCF2D44B3}" destId="{7A38861F-F73A-4CF2-AD9D-DC8F1F61A855}" srcOrd="0" destOrd="0" presId="urn:microsoft.com/office/officeart/2018/2/layout/IconCircleList"/>
    <dgm:cxn modelId="{744D1BCE-9217-4953-9186-CBCFCC0C868E}" srcId="{DCFFD2CD-8F3C-4A58-B55E-F285EE67F1BC}" destId="{4A508456-F223-491F-AAE5-3065AE40C3F6}" srcOrd="4" destOrd="0" parTransId="{A617620B-ADED-4BF4-92BF-94ED079CE8EB}" sibTransId="{C67679BE-572A-4B9E-BEAA-A5D0C0329289}"/>
    <dgm:cxn modelId="{BB0FC3DE-A11A-4CCE-8C22-91CC3ED24981}" type="presOf" srcId="{C7D7A63E-AC84-4DCF-B8E3-C905B75BE528}" destId="{881FBE3B-0A99-4762-AE0D-DF6BA3E0049B}" srcOrd="0" destOrd="0" presId="urn:microsoft.com/office/officeart/2018/2/layout/IconCircleList"/>
    <dgm:cxn modelId="{630245F3-2AF6-439C-AF09-07B8685F5ED4}" srcId="{DCFFD2CD-8F3C-4A58-B55E-F285EE67F1BC}" destId="{3FC957CE-1916-499C-B800-8E4E375C2B4D}" srcOrd="0" destOrd="0" parTransId="{5A75D620-4264-49EF-B1C7-77A9DBAF2A2E}" sibTransId="{B116EA49-20FC-48D7-8C78-D295D4393FB7}"/>
    <dgm:cxn modelId="{11858F41-0035-413C-A9F4-7DAC07B368C9}" type="presParOf" srcId="{0DB0CA0D-EA60-48DA-B1DC-192B53B5C5DD}" destId="{CB5F2539-F402-4ABA-8C7E-B4E9DA61D185}" srcOrd="0" destOrd="0" presId="urn:microsoft.com/office/officeart/2018/2/layout/IconCircleList"/>
    <dgm:cxn modelId="{E4C25921-41D5-4503-BB14-65A807EE79F8}" type="presParOf" srcId="{CB5F2539-F402-4ABA-8C7E-B4E9DA61D185}" destId="{F9BEE910-CD6C-4D51-B7FA-5C8AC34C6624}" srcOrd="0" destOrd="0" presId="urn:microsoft.com/office/officeart/2018/2/layout/IconCircleList"/>
    <dgm:cxn modelId="{35625F72-5D5F-4347-9321-5225CBBD120C}" type="presParOf" srcId="{F9BEE910-CD6C-4D51-B7FA-5C8AC34C6624}" destId="{35E63856-962B-4782-A522-BFB6119CCEF2}" srcOrd="0" destOrd="0" presId="urn:microsoft.com/office/officeart/2018/2/layout/IconCircleList"/>
    <dgm:cxn modelId="{A8E2039C-B88A-4CCB-A0B1-73AD621B8388}" type="presParOf" srcId="{F9BEE910-CD6C-4D51-B7FA-5C8AC34C6624}" destId="{8D2F400B-3772-4319-AE45-30B60C3BE6F3}" srcOrd="1" destOrd="0" presId="urn:microsoft.com/office/officeart/2018/2/layout/IconCircleList"/>
    <dgm:cxn modelId="{EA2D0216-A62A-4191-A099-93BD3626C1B0}" type="presParOf" srcId="{F9BEE910-CD6C-4D51-B7FA-5C8AC34C6624}" destId="{7C15E4F6-398E-42BA-985C-E5D0C41B3E0A}" srcOrd="2" destOrd="0" presId="urn:microsoft.com/office/officeart/2018/2/layout/IconCircleList"/>
    <dgm:cxn modelId="{4C9D0486-8BC6-4F15-A81F-9F2C9F9D54E4}" type="presParOf" srcId="{F9BEE910-CD6C-4D51-B7FA-5C8AC34C6624}" destId="{FACAFD76-4466-48B7-AFF9-11B2EA09B145}" srcOrd="3" destOrd="0" presId="urn:microsoft.com/office/officeart/2018/2/layout/IconCircleList"/>
    <dgm:cxn modelId="{8A0D77F0-39FE-425B-BC60-E540AEBDCB10}" type="presParOf" srcId="{CB5F2539-F402-4ABA-8C7E-B4E9DA61D185}" destId="{116DA0EF-875E-4679-9D8E-2D0ACE3016DA}" srcOrd="1" destOrd="0" presId="urn:microsoft.com/office/officeart/2018/2/layout/IconCircleList"/>
    <dgm:cxn modelId="{D08AC176-EE72-4EA7-980E-97043C378609}" type="presParOf" srcId="{CB5F2539-F402-4ABA-8C7E-B4E9DA61D185}" destId="{17F2A471-9EC4-4DBF-BA1E-3E8EE59E4381}" srcOrd="2" destOrd="0" presId="urn:microsoft.com/office/officeart/2018/2/layout/IconCircleList"/>
    <dgm:cxn modelId="{A0A1C3EB-5E9B-4771-9C18-6391E3CEA1E8}" type="presParOf" srcId="{17F2A471-9EC4-4DBF-BA1E-3E8EE59E4381}" destId="{02F2DB1D-148C-4D3E-8CDC-90BF1F0AF427}" srcOrd="0" destOrd="0" presId="urn:microsoft.com/office/officeart/2018/2/layout/IconCircleList"/>
    <dgm:cxn modelId="{97C55E40-CAA6-4C09-A923-9C55081AABAB}" type="presParOf" srcId="{17F2A471-9EC4-4DBF-BA1E-3E8EE59E4381}" destId="{03BD2490-48B8-4F9C-AEDB-8474E6CD1F8C}" srcOrd="1" destOrd="0" presId="urn:microsoft.com/office/officeart/2018/2/layout/IconCircleList"/>
    <dgm:cxn modelId="{587C9BEE-950C-4E30-B9C9-2DDB4E509BBA}" type="presParOf" srcId="{17F2A471-9EC4-4DBF-BA1E-3E8EE59E4381}" destId="{E9485D0D-E314-429A-96A5-A237CB120C2B}" srcOrd="2" destOrd="0" presId="urn:microsoft.com/office/officeart/2018/2/layout/IconCircleList"/>
    <dgm:cxn modelId="{5553E29D-CDDB-411F-BE2B-D1DAAD3C03FE}" type="presParOf" srcId="{17F2A471-9EC4-4DBF-BA1E-3E8EE59E4381}" destId="{8A53D3E8-65B6-42BA-A357-14E33261FD3C}" srcOrd="3" destOrd="0" presId="urn:microsoft.com/office/officeart/2018/2/layout/IconCircleList"/>
    <dgm:cxn modelId="{0E0FB1D3-B1E9-4125-8E75-928BFB6BB653}" type="presParOf" srcId="{CB5F2539-F402-4ABA-8C7E-B4E9DA61D185}" destId="{1A9918FF-F71B-4CF6-9B3A-CC75A2244AD9}" srcOrd="3" destOrd="0" presId="urn:microsoft.com/office/officeart/2018/2/layout/IconCircleList"/>
    <dgm:cxn modelId="{4F53AE28-1054-4D62-A42B-228B7035DC81}" type="presParOf" srcId="{CB5F2539-F402-4ABA-8C7E-B4E9DA61D185}" destId="{E5698C14-79F2-4A02-80A6-696E5FC16905}" srcOrd="4" destOrd="0" presId="urn:microsoft.com/office/officeart/2018/2/layout/IconCircleList"/>
    <dgm:cxn modelId="{23924020-E9B9-44B2-BC78-5BC2F50389E4}" type="presParOf" srcId="{E5698C14-79F2-4A02-80A6-696E5FC16905}" destId="{3A0F22B5-FC1F-45DC-849E-5DDCDFAAD71F}" srcOrd="0" destOrd="0" presId="urn:microsoft.com/office/officeart/2018/2/layout/IconCircleList"/>
    <dgm:cxn modelId="{013CB861-989A-400C-A1AD-663E07E03780}" type="presParOf" srcId="{E5698C14-79F2-4A02-80A6-696E5FC16905}" destId="{95AA6C20-65B1-49D8-A6C2-004194D0DF8E}" srcOrd="1" destOrd="0" presId="urn:microsoft.com/office/officeart/2018/2/layout/IconCircleList"/>
    <dgm:cxn modelId="{7C452466-2C81-4F45-8F5C-810F9EECE0DF}" type="presParOf" srcId="{E5698C14-79F2-4A02-80A6-696E5FC16905}" destId="{6FE567AE-939D-4DDB-920C-83D52F2F4CE4}" srcOrd="2" destOrd="0" presId="urn:microsoft.com/office/officeart/2018/2/layout/IconCircleList"/>
    <dgm:cxn modelId="{0386F58C-4BB3-40F3-AED5-C00E5A838158}" type="presParOf" srcId="{E5698C14-79F2-4A02-80A6-696E5FC16905}" destId="{44426FAF-F390-4C63-B524-274BAF9664F7}" srcOrd="3" destOrd="0" presId="urn:microsoft.com/office/officeart/2018/2/layout/IconCircleList"/>
    <dgm:cxn modelId="{06631EBD-7B81-4058-B94D-DFAB118FC5D3}" type="presParOf" srcId="{CB5F2539-F402-4ABA-8C7E-B4E9DA61D185}" destId="{FD65BEDF-8CB7-4C73-A883-1721751155BC}" srcOrd="5" destOrd="0" presId="urn:microsoft.com/office/officeart/2018/2/layout/IconCircleList"/>
    <dgm:cxn modelId="{1C9C7300-DCA8-4C63-9C78-E7B5D6EFFC85}" type="presParOf" srcId="{CB5F2539-F402-4ABA-8C7E-B4E9DA61D185}" destId="{EA19151B-C319-48EA-8B37-91ABD393F8CB}" srcOrd="6" destOrd="0" presId="urn:microsoft.com/office/officeart/2018/2/layout/IconCircleList"/>
    <dgm:cxn modelId="{C7191A6B-496C-4C1C-89B0-75FFF231C7F3}" type="presParOf" srcId="{EA19151B-C319-48EA-8B37-91ABD393F8CB}" destId="{95351AB6-B40C-4E2C-80F3-A816E32A7615}" srcOrd="0" destOrd="0" presId="urn:microsoft.com/office/officeart/2018/2/layout/IconCircleList"/>
    <dgm:cxn modelId="{F6274330-C380-44E5-8CAD-D45DD21F311B}" type="presParOf" srcId="{EA19151B-C319-48EA-8B37-91ABD393F8CB}" destId="{48BCE83A-9308-426F-AFFA-C2EA1D94EB68}" srcOrd="1" destOrd="0" presId="urn:microsoft.com/office/officeart/2018/2/layout/IconCircleList"/>
    <dgm:cxn modelId="{58109293-0617-4B36-86DF-4C2ADA6A3C6E}" type="presParOf" srcId="{EA19151B-C319-48EA-8B37-91ABD393F8CB}" destId="{C1CA0B34-75ED-4614-963D-83D125ECD9D7}" srcOrd="2" destOrd="0" presId="urn:microsoft.com/office/officeart/2018/2/layout/IconCircleList"/>
    <dgm:cxn modelId="{4346B06A-3CB6-4B3F-81C1-FC4693BD7F7D}" type="presParOf" srcId="{EA19151B-C319-48EA-8B37-91ABD393F8CB}" destId="{881FBE3B-0A99-4762-AE0D-DF6BA3E0049B}" srcOrd="3" destOrd="0" presId="urn:microsoft.com/office/officeart/2018/2/layout/IconCircleList"/>
    <dgm:cxn modelId="{C3954AEC-E056-48C7-BD61-5E0772825AA6}" type="presParOf" srcId="{CB5F2539-F402-4ABA-8C7E-B4E9DA61D185}" destId="{7A38861F-F73A-4CF2-AD9D-DC8F1F61A855}" srcOrd="7" destOrd="0" presId="urn:microsoft.com/office/officeart/2018/2/layout/IconCircleList"/>
    <dgm:cxn modelId="{F8421EA1-A7BA-491B-9142-2D3E13EB36A5}" type="presParOf" srcId="{CB5F2539-F402-4ABA-8C7E-B4E9DA61D185}" destId="{77831E32-FA16-46B0-A7B5-B48F350C827F}" srcOrd="8" destOrd="0" presId="urn:microsoft.com/office/officeart/2018/2/layout/IconCircleList"/>
    <dgm:cxn modelId="{CD4B9002-E525-46A3-ADBB-9761A87F4B28}" type="presParOf" srcId="{77831E32-FA16-46B0-A7B5-B48F350C827F}" destId="{849E546D-DFDE-4202-BB86-F1A55BB262B3}" srcOrd="0" destOrd="0" presId="urn:microsoft.com/office/officeart/2018/2/layout/IconCircleList"/>
    <dgm:cxn modelId="{94668387-E4A4-4C1C-885A-2B3548F0FE5E}" type="presParOf" srcId="{77831E32-FA16-46B0-A7B5-B48F350C827F}" destId="{A93784D6-F166-4C5D-AFE9-89980797994D}" srcOrd="1" destOrd="0" presId="urn:microsoft.com/office/officeart/2018/2/layout/IconCircleList"/>
    <dgm:cxn modelId="{B7E2ED20-698E-4070-96E9-503F35F19797}" type="presParOf" srcId="{77831E32-FA16-46B0-A7B5-B48F350C827F}" destId="{74D15278-EA19-42F8-96FD-A08FF2302F46}" srcOrd="2" destOrd="0" presId="urn:microsoft.com/office/officeart/2018/2/layout/IconCircleList"/>
    <dgm:cxn modelId="{CDEA2D27-32B9-493D-BC54-E74E2A2EB43C}" type="presParOf" srcId="{77831E32-FA16-46B0-A7B5-B48F350C827F}" destId="{A9104DE9-0267-4AA1-8978-C552AB1D0DD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D1E889-D724-4C61-9E13-B0938924FED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ECA57D1-8B2C-4C49-B255-CF75C4BADC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Antes: </a:t>
          </a:r>
          <a:r>
            <a:rPr lang="en-US" dirty="0" err="1"/>
            <a:t>ventas</a:t>
          </a:r>
          <a:r>
            <a:rPr lang="en-US" dirty="0"/>
            <a:t> solo </a:t>
          </a:r>
          <a:r>
            <a:rPr lang="en-US" dirty="0" err="1"/>
            <a:t>por</a:t>
          </a:r>
          <a:r>
            <a:rPr lang="en-US" dirty="0"/>
            <a:t> WhatsApp y redes </a:t>
          </a:r>
          <a:r>
            <a:rPr lang="en-US" dirty="0" err="1"/>
            <a:t>sociales</a:t>
          </a:r>
          <a:r>
            <a:rPr lang="en-US" dirty="0"/>
            <a:t>.</a:t>
          </a:r>
        </a:p>
      </dgm:t>
    </dgm:pt>
    <dgm:pt modelId="{17C90EE9-8BBA-4F47-B34B-CF16D80BE9CE}" type="parTrans" cxnId="{BEADBA91-334B-49C0-8A1A-843E66037DF1}">
      <dgm:prSet/>
      <dgm:spPr/>
      <dgm:t>
        <a:bodyPr/>
        <a:lstStyle/>
        <a:p>
          <a:endParaRPr lang="en-US"/>
        </a:p>
      </dgm:t>
    </dgm:pt>
    <dgm:pt modelId="{079F885B-D400-42F2-894A-26C0C0D17F0B}" type="sibTrans" cxnId="{BEADBA91-334B-49C0-8A1A-843E66037D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ECD22B-B844-471A-8AB4-E413887732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Problema: falta de organización y poca presencia digital.</a:t>
          </a:r>
        </a:p>
      </dgm:t>
    </dgm:pt>
    <dgm:pt modelId="{6B94929B-697E-4008-BD9C-7BB37201B7DA}" type="parTrans" cxnId="{47E63D1C-DDEC-46B8-8BBE-811B4638F9B2}">
      <dgm:prSet/>
      <dgm:spPr/>
      <dgm:t>
        <a:bodyPr/>
        <a:lstStyle/>
        <a:p>
          <a:endParaRPr lang="en-US"/>
        </a:p>
      </dgm:t>
    </dgm:pt>
    <dgm:pt modelId="{D6C12C34-7192-4324-9FB5-51CD3B586BA3}" type="sibTrans" cxnId="{47E63D1C-DDEC-46B8-8BBE-811B4638F9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E283F6-B8DB-443C-B64E-C13F095DEA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 Nexus Legends: catálogo profesional + identidad visual.</a:t>
          </a:r>
        </a:p>
      </dgm:t>
    </dgm:pt>
    <dgm:pt modelId="{97551718-ED32-4AE2-BEB8-D7DDF67E963E}" type="parTrans" cxnId="{2395D829-6673-4001-B9A9-EB17A150D5F7}">
      <dgm:prSet/>
      <dgm:spPr/>
      <dgm:t>
        <a:bodyPr/>
        <a:lstStyle/>
        <a:p>
          <a:endParaRPr lang="en-US"/>
        </a:p>
      </dgm:t>
    </dgm:pt>
    <dgm:pt modelId="{3086118B-067D-4164-B94C-43E6BEA02465}" type="sibTrans" cxnId="{2395D829-6673-4001-B9A9-EB17A150D5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D05E14-9BFF-4E10-91F3-146CC8927F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Resultado: mayor visibilidad, confianza y recordación de marca.</a:t>
          </a:r>
        </a:p>
      </dgm:t>
    </dgm:pt>
    <dgm:pt modelId="{321CB7D3-4B03-47B3-A1A8-9CB52727A00E}" type="parTrans" cxnId="{A271C4F4-F555-4534-9B27-3107C916D307}">
      <dgm:prSet/>
      <dgm:spPr/>
      <dgm:t>
        <a:bodyPr/>
        <a:lstStyle/>
        <a:p>
          <a:endParaRPr lang="en-US"/>
        </a:p>
      </dgm:t>
    </dgm:pt>
    <dgm:pt modelId="{0278236E-8A4F-4EB6-B133-44F5B6ED788B}" type="sibTrans" cxnId="{A271C4F4-F555-4534-9B27-3107C916D307}">
      <dgm:prSet/>
      <dgm:spPr/>
      <dgm:t>
        <a:bodyPr/>
        <a:lstStyle/>
        <a:p>
          <a:endParaRPr lang="en-US"/>
        </a:p>
      </dgm:t>
    </dgm:pt>
    <dgm:pt modelId="{595353C8-4F96-4310-90C0-9F46B68AC193}" type="pres">
      <dgm:prSet presAssocID="{B2D1E889-D724-4C61-9E13-B0938924FED9}" presName="root" presStyleCnt="0">
        <dgm:presLayoutVars>
          <dgm:dir/>
          <dgm:resizeHandles val="exact"/>
        </dgm:presLayoutVars>
      </dgm:prSet>
      <dgm:spPr/>
    </dgm:pt>
    <dgm:pt modelId="{BA783F91-5E61-4780-96DA-CF3A0F4706E3}" type="pres">
      <dgm:prSet presAssocID="{B2D1E889-D724-4C61-9E13-B0938924FED9}" presName="container" presStyleCnt="0">
        <dgm:presLayoutVars>
          <dgm:dir/>
          <dgm:resizeHandles val="exact"/>
        </dgm:presLayoutVars>
      </dgm:prSet>
      <dgm:spPr/>
    </dgm:pt>
    <dgm:pt modelId="{6D8A9492-6A8B-412B-B053-BBA2C970D745}" type="pres">
      <dgm:prSet presAssocID="{BECA57D1-8B2C-4C49-B255-CF75C4BADC70}" presName="compNode" presStyleCnt="0"/>
      <dgm:spPr/>
    </dgm:pt>
    <dgm:pt modelId="{CA1518B2-0F9B-418B-96DC-073C09D3E20F}" type="pres">
      <dgm:prSet presAssocID="{BECA57D1-8B2C-4C49-B255-CF75C4BADC70}" presName="iconBgRect" presStyleLbl="bgShp" presStyleIdx="0" presStyleCnt="4"/>
      <dgm:spPr/>
    </dgm:pt>
    <dgm:pt modelId="{63B9AE0C-02DE-4E51-9453-694398CCF949}" type="pres">
      <dgm:prSet presAssocID="{BECA57D1-8B2C-4C49-B255-CF75C4BADC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"/>
        </a:ext>
      </dgm:extLst>
    </dgm:pt>
    <dgm:pt modelId="{E7CB6EB5-A4B6-4A6A-BE4B-27D31433261E}" type="pres">
      <dgm:prSet presAssocID="{BECA57D1-8B2C-4C49-B255-CF75C4BADC70}" presName="spaceRect" presStyleCnt="0"/>
      <dgm:spPr/>
    </dgm:pt>
    <dgm:pt modelId="{70C3537D-5F7E-43C9-A67B-CA77387C5943}" type="pres">
      <dgm:prSet presAssocID="{BECA57D1-8B2C-4C49-B255-CF75C4BADC70}" presName="textRect" presStyleLbl="revTx" presStyleIdx="0" presStyleCnt="4">
        <dgm:presLayoutVars>
          <dgm:chMax val="1"/>
          <dgm:chPref val="1"/>
        </dgm:presLayoutVars>
      </dgm:prSet>
      <dgm:spPr/>
    </dgm:pt>
    <dgm:pt modelId="{074D483A-4AA3-44FF-AE1A-5B4FE526C6CD}" type="pres">
      <dgm:prSet presAssocID="{079F885B-D400-42F2-894A-26C0C0D17F0B}" presName="sibTrans" presStyleLbl="sibTrans2D1" presStyleIdx="0" presStyleCnt="0"/>
      <dgm:spPr/>
    </dgm:pt>
    <dgm:pt modelId="{B748FB97-7244-465F-BE40-1E9586C207D3}" type="pres">
      <dgm:prSet presAssocID="{74ECD22B-B844-471A-8AB4-E413887732CA}" presName="compNode" presStyleCnt="0"/>
      <dgm:spPr/>
    </dgm:pt>
    <dgm:pt modelId="{A70FE083-627E-43A8-A617-82AD16B18AC6}" type="pres">
      <dgm:prSet presAssocID="{74ECD22B-B844-471A-8AB4-E413887732CA}" presName="iconBgRect" presStyleLbl="bgShp" presStyleIdx="1" presStyleCnt="4"/>
      <dgm:spPr/>
    </dgm:pt>
    <dgm:pt modelId="{7C1A06EF-2855-4453-B6BE-AA543932C41C}" type="pres">
      <dgm:prSet presAssocID="{74ECD22B-B844-471A-8AB4-E413887732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28DDF71D-B2F9-4535-890A-F1FB8BA712FF}" type="pres">
      <dgm:prSet presAssocID="{74ECD22B-B844-471A-8AB4-E413887732CA}" presName="spaceRect" presStyleCnt="0"/>
      <dgm:spPr/>
    </dgm:pt>
    <dgm:pt modelId="{6E3B557F-C5CF-42FA-B5F2-7161CBAF4D84}" type="pres">
      <dgm:prSet presAssocID="{74ECD22B-B844-471A-8AB4-E413887732CA}" presName="textRect" presStyleLbl="revTx" presStyleIdx="1" presStyleCnt="4">
        <dgm:presLayoutVars>
          <dgm:chMax val="1"/>
          <dgm:chPref val="1"/>
        </dgm:presLayoutVars>
      </dgm:prSet>
      <dgm:spPr/>
    </dgm:pt>
    <dgm:pt modelId="{68C938AD-0276-47A4-8CD6-0A065816FA8E}" type="pres">
      <dgm:prSet presAssocID="{D6C12C34-7192-4324-9FB5-51CD3B586BA3}" presName="sibTrans" presStyleLbl="sibTrans2D1" presStyleIdx="0" presStyleCnt="0"/>
      <dgm:spPr/>
    </dgm:pt>
    <dgm:pt modelId="{B823AA0A-5C0D-4FED-96AE-882198A2F0F0}" type="pres">
      <dgm:prSet presAssocID="{D1E283F6-B8DB-443C-B64E-C13F095DEA63}" presName="compNode" presStyleCnt="0"/>
      <dgm:spPr/>
    </dgm:pt>
    <dgm:pt modelId="{D63513F3-DBA5-49F0-87C6-7B052273B1EF}" type="pres">
      <dgm:prSet presAssocID="{D1E283F6-B8DB-443C-B64E-C13F095DEA63}" presName="iconBgRect" presStyleLbl="bgShp" presStyleIdx="2" presStyleCnt="4"/>
      <dgm:spPr/>
    </dgm:pt>
    <dgm:pt modelId="{761536CA-5CBE-480E-86A1-DC2BA0FFF699}" type="pres">
      <dgm:prSet presAssocID="{D1E283F6-B8DB-443C-B64E-C13F095DEA6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11BAA685-B80A-4439-AD20-CC49CF7B6B06}" type="pres">
      <dgm:prSet presAssocID="{D1E283F6-B8DB-443C-B64E-C13F095DEA63}" presName="spaceRect" presStyleCnt="0"/>
      <dgm:spPr/>
    </dgm:pt>
    <dgm:pt modelId="{E8DBFC3F-E606-4DB7-A320-A76B009BE7E4}" type="pres">
      <dgm:prSet presAssocID="{D1E283F6-B8DB-443C-B64E-C13F095DEA63}" presName="textRect" presStyleLbl="revTx" presStyleIdx="2" presStyleCnt="4">
        <dgm:presLayoutVars>
          <dgm:chMax val="1"/>
          <dgm:chPref val="1"/>
        </dgm:presLayoutVars>
      </dgm:prSet>
      <dgm:spPr/>
    </dgm:pt>
    <dgm:pt modelId="{E8B1A6B2-3D87-4C4A-B48C-2396FF2220F3}" type="pres">
      <dgm:prSet presAssocID="{3086118B-067D-4164-B94C-43E6BEA02465}" presName="sibTrans" presStyleLbl="sibTrans2D1" presStyleIdx="0" presStyleCnt="0"/>
      <dgm:spPr/>
    </dgm:pt>
    <dgm:pt modelId="{1CCBAAEE-9FE5-42B7-9EE1-347196056AA5}" type="pres">
      <dgm:prSet presAssocID="{17D05E14-9BFF-4E10-91F3-146CC8927FCE}" presName="compNode" presStyleCnt="0"/>
      <dgm:spPr/>
    </dgm:pt>
    <dgm:pt modelId="{7681BCDD-476F-45B0-8670-B7D7BF4A8A1A}" type="pres">
      <dgm:prSet presAssocID="{17D05E14-9BFF-4E10-91F3-146CC8927FCE}" presName="iconBgRect" presStyleLbl="bgShp" presStyleIdx="3" presStyleCnt="4"/>
      <dgm:spPr/>
    </dgm:pt>
    <dgm:pt modelId="{B5D1B4E2-0596-4EA8-9BCD-59DD0D3D1023}" type="pres">
      <dgm:prSet presAssocID="{17D05E14-9BFF-4E10-91F3-146CC8927FC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blicidad"/>
        </a:ext>
      </dgm:extLst>
    </dgm:pt>
    <dgm:pt modelId="{3BB00278-75DF-4861-8A0C-2FA2A3BD105B}" type="pres">
      <dgm:prSet presAssocID="{17D05E14-9BFF-4E10-91F3-146CC8927FCE}" presName="spaceRect" presStyleCnt="0"/>
      <dgm:spPr/>
    </dgm:pt>
    <dgm:pt modelId="{29E5B33C-D5D1-49C0-85C9-34DA2705BC64}" type="pres">
      <dgm:prSet presAssocID="{17D05E14-9BFF-4E10-91F3-146CC8927FC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7E63D1C-DDEC-46B8-8BBE-811B4638F9B2}" srcId="{B2D1E889-D724-4C61-9E13-B0938924FED9}" destId="{74ECD22B-B844-471A-8AB4-E413887732CA}" srcOrd="1" destOrd="0" parTransId="{6B94929B-697E-4008-BD9C-7BB37201B7DA}" sibTransId="{D6C12C34-7192-4324-9FB5-51CD3B586BA3}"/>
    <dgm:cxn modelId="{8E048822-D047-4239-97FE-089999A6D891}" type="presOf" srcId="{74ECD22B-B844-471A-8AB4-E413887732CA}" destId="{6E3B557F-C5CF-42FA-B5F2-7161CBAF4D84}" srcOrd="0" destOrd="0" presId="urn:microsoft.com/office/officeart/2018/2/layout/IconCircleList"/>
    <dgm:cxn modelId="{2395D829-6673-4001-B9A9-EB17A150D5F7}" srcId="{B2D1E889-D724-4C61-9E13-B0938924FED9}" destId="{D1E283F6-B8DB-443C-B64E-C13F095DEA63}" srcOrd="2" destOrd="0" parTransId="{97551718-ED32-4AE2-BEB8-D7DDF67E963E}" sibTransId="{3086118B-067D-4164-B94C-43E6BEA02465}"/>
    <dgm:cxn modelId="{0A5DA848-1A06-4CDB-AF79-8785FEDBE445}" type="presOf" srcId="{D1E283F6-B8DB-443C-B64E-C13F095DEA63}" destId="{E8DBFC3F-E606-4DB7-A320-A76B009BE7E4}" srcOrd="0" destOrd="0" presId="urn:microsoft.com/office/officeart/2018/2/layout/IconCircleList"/>
    <dgm:cxn modelId="{1A9F1871-334F-40DB-8036-4501B03C9AB4}" type="presOf" srcId="{17D05E14-9BFF-4E10-91F3-146CC8927FCE}" destId="{29E5B33C-D5D1-49C0-85C9-34DA2705BC64}" srcOrd="0" destOrd="0" presId="urn:microsoft.com/office/officeart/2018/2/layout/IconCircleList"/>
    <dgm:cxn modelId="{6C0F0281-8C69-40F1-871F-6FFF628B8091}" type="presOf" srcId="{B2D1E889-D724-4C61-9E13-B0938924FED9}" destId="{595353C8-4F96-4310-90C0-9F46B68AC193}" srcOrd="0" destOrd="0" presId="urn:microsoft.com/office/officeart/2018/2/layout/IconCircleList"/>
    <dgm:cxn modelId="{65AC678F-AF36-4E91-9311-AE7962664852}" type="presOf" srcId="{D6C12C34-7192-4324-9FB5-51CD3B586BA3}" destId="{68C938AD-0276-47A4-8CD6-0A065816FA8E}" srcOrd="0" destOrd="0" presId="urn:microsoft.com/office/officeart/2018/2/layout/IconCircleList"/>
    <dgm:cxn modelId="{BEADBA91-334B-49C0-8A1A-843E66037DF1}" srcId="{B2D1E889-D724-4C61-9E13-B0938924FED9}" destId="{BECA57D1-8B2C-4C49-B255-CF75C4BADC70}" srcOrd="0" destOrd="0" parTransId="{17C90EE9-8BBA-4F47-B34B-CF16D80BE9CE}" sibTransId="{079F885B-D400-42F2-894A-26C0C0D17F0B}"/>
    <dgm:cxn modelId="{E41ADC97-BF76-49FD-ABFC-9BAC628D6100}" type="presOf" srcId="{079F885B-D400-42F2-894A-26C0C0D17F0B}" destId="{074D483A-4AA3-44FF-AE1A-5B4FE526C6CD}" srcOrd="0" destOrd="0" presId="urn:microsoft.com/office/officeart/2018/2/layout/IconCircleList"/>
    <dgm:cxn modelId="{55DDE2A5-E6C1-4306-B527-5948E50E9E0D}" type="presOf" srcId="{3086118B-067D-4164-B94C-43E6BEA02465}" destId="{E8B1A6B2-3D87-4C4A-B48C-2396FF2220F3}" srcOrd="0" destOrd="0" presId="urn:microsoft.com/office/officeart/2018/2/layout/IconCircleList"/>
    <dgm:cxn modelId="{2C1D8CC6-452F-407B-93C7-5F3B955C9799}" type="presOf" srcId="{BECA57D1-8B2C-4C49-B255-CF75C4BADC70}" destId="{70C3537D-5F7E-43C9-A67B-CA77387C5943}" srcOrd="0" destOrd="0" presId="urn:microsoft.com/office/officeart/2018/2/layout/IconCircleList"/>
    <dgm:cxn modelId="{A271C4F4-F555-4534-9B27-3107C916D307}" srcId="{B2D1E889-D724-4C61-9E13-B0938924FED9}" destId="{17D05E14-9BFF-4E10-91F3-146CC8927FCE}" srcOrd="3" destOrd="0" parTransId="{321CB7D3-4B03-47B3-A1A8-9CB52727A00E}" sibTransId="{0278236E-8A4F-4EB6-B133-44F5B6ED788B}"/>
    <dgm:cxn modelId="{D7AA705F-7B2B-405F-9968-46BD48235E8F}" type="presParOf" srcId="{595353C8-4F96-4310-90C0-9F46B68AC193}" destId="{BA783F91-5E61-4780-96DA-CF3A0F4706E3}" srcOrd="0" destOrd="0" presId="urn:microsoft.com/office/officeart/2018/2/layout/IconCircleList"/>
    <dgm:cxn modelId="{4437100F-9243-4F54-8041-ACFBF0799FD4}" type="presParOf" srcId="{BA783F91-5E61-4780-96DA-CF3A0F4706E3}" destId="{6D8A9492-6A8B-412B-B053-BBA2C970D745}" srcOrd="0" destOrd="0" presId="urn:microsoft.com/office/officeart/2018/2/layout/IconCircleList"/>
    <dgm:cxn modelId="{81F13934-0E57-4873-8855-26A4B31C37B7}" type="presParOf" srcId="{6D8A9492-6A8B-412B-B053-BBA2C970D745}" destId="{CA1518B2-0F9B-418B-96DC-073C09D3E20F}" srcOrd="0" destOrd="0" presId="urn:microsoft.com/office/officeart/2018/2/layout/IconCircleList"/>
    <dgm:cxn modelId="{74C91E0D-0DDD-45AB-B876-676071B3E82C}" type="presParOf" srcId="{6D8A9492-6A8B-412B-B053-BBA2C970D745}" destId="{63B9AE0C-02DE-4E51-9453-694398CCF949}" srcOrd="1" destOrd="0" presId="urn:microsoft.com/office/officeart/2018/2/layout/IconCircleList"/>
    <dgm:cxn modelId="{F2BC041C-ED61-40C3-BCB0-DC4E12C36BC9}" type="presParOf" srcId="{6D8A9492-6A8B-412B-B053-BBA2C970D745}" destId="{E7CB6EB5-A4B6-4A6A-BE4B-27D31433261E}" srcOrd="2" destOrd="0" presId="urn:microsoft.com/office/officeart/2018/2/layout/IconCircleList"/>
    <dgm:cxn modelId="{7F594790-48EA-4343-8713-06200DCF681A}" type="presParOf" srcId="{6D8A9492-6A8B-412B-B053-BBA2C970D745}" destId="{70C3537D-5F7E-43C9-A67B-CA77387C5943}" srcOrd="3" destOrd="0" presId="urn:microsoft.com/office/officeart/2018/2/layout/IconCircleList"/>
    <dgm:cxn modelId="{5FCD9D76-4DAD-400F-B1A9-1352BEFDA88E}" type="presParOf" srcId="{BA783F91-5E61-4780-96DA-CF3A0F4706E3}" destId="{074D483A-4AA3-44FF-AE1A-5B4FE526C6CD}" srcOrd="1" destOrd="0" presId="urn:microsoft.com/office/officeart/2018/2/layout/IconCircleList"/>
    <dgm:cxn modelId="{F9795B15-8757-4DC9-9F0D-C75FE8BC7E60}" type="presParOf" srcId="{BA783F91-5E61-4780-96DA-CF3A0F4706E3}" destId="{B748FB97-7244-465F-BE40-1E9586C207D3}" srcOrd="2" destOrd="0" presId="urn:microsoft.com/office/officeart/2018/2/layout/IconCircleList"/>
    <dgm:cxn modelId="{0242A8C4-AC4B-4B98-BED1-504D903235BA}" type="presParOf" srcId="{B748FB97-7244-465F-BE40-1E9586C207D3}" destId="{A70FE083-627E-43A8-A617-82AD16B18AC6}" srcOrd="0" destOrd="0" presId="urn:microsoft.com/office/officeart/2018/2/layout/IconCircleList"/>
    <dgm:cxn modelId="{6F5B42BD-5D72-424A-B146-3EAA18C0823B}" type="presParOf" srcId="{B748FB97-7244-465F-BE40-1E9586C207D3}" destId="{7C1A06EF-2855-4453-B6BE-AA543932C41C}" srcOrd="1" destOrd="0" presId="urn:microsoft.com/office/officeart/2018/2/layout/IconCircleList"/>
    <dgm:cxn modelId="{9DE9915D-58E4-46FE-A68F-BC3DF4F72F74}" type="presParOf" srcId="{B748FB97-7244-465F-BE40-1E9586C207D3}" destId="{28DDF71D-B2F9-4535-890A-F1FB8BA712FF}" srcOrd="2" destOrd="0" presId="urn:microsoft.com/office/officeart/2018/2/layout/IconCircleList"/>
    <dgm:cxn modelId="{D6328EFD-3A37-4EBC-BE59-E9029927E8AB}" type="presParOf" srcId="{B748FB97-7244-465F-BE40-1E9586C207D3}" destId="{6E3B557F-C5CF-42FA-B5F2-7161CBAF4D84}" srcOrd="3" destOrd="0" presId="urn:microsoft.com/office/officeart/2018/2/layout/IconCircleList"/>
    <dgm:cxn modelId="{8E98E63B-9888-4163-B1DF-E4E85CFEE999}" type="presParOf" srcId="{BA783F91-5E61-4780-96DA-CF3A0F4706E3}" destId="{68C938AD-0276-47A4-8CD6-0A065816FA8E}" srcOrd="3" destOrd="0" presId="urn:microsoft.com/office/officeart/2018/2/layout/IconCircleList"/>
    <dgm:cxn modelId="{0C91996A-CCA7-47A2-B9F9-203F0899672F}" type="presParOf" srcId="{BA783F91-5E61-4780-96DA-CF3A0F4706E3}" destId="{B823AA0A-5C0D-4FED-96AE-882198A2F0F0}" srcOrd="4" destOrd="0" presId="urn:microsoft.com/office/officeart/2018/2/layout/IconCircleList"/>
    <dgm:cxn modelId="{8FDFD5DF-9DB9-409A-BA6E-1759D906DED1}" type="presParOf" srcId="{B823AA0A-5C0D-4FED-96AE-882198A2F0F0}" destId="{D63513F3-DBA5-49F0-87C6-7B052273B1EF}" srcOrd="0" destOrd="0" presId="urn:microsoft.com/office/officeart/2018/2/layout/IconCircleList"/>
    <dgm:cxn modelId="{887FFB11-44DC-47A8-9735-01059B1EE28B}" type="presParOf" srcId="{B823AA0A-5C0D-4FED-96AE-882198A2F0F0}" destId="{761536CA-5CBE-480E-86A1-DC2BA0FFF699}" srcOrd="1" destOrd="0" presId="urn:microsoft.com/office/officeart/2018/2/layout/IconCircleList"/>
    <dgm:cxn modelId="{5D576EC4-A48A-4CDD-8604-1041A15A631A}" type="presParOf" srcId="{B823AA0A-5C0D-4FED-96AE-882198A2F0F0}" destId="{11BAA685-B80A-4439-AD20-CC49CF7B6B06}" srcOrd="2" destOrd="0" presId="urn:microsoft.com/office/officeart/2018/2/layout/IconCircleList"/>
    <dgm:cxn modelId="{17891391-AE2D-4662-9FF3-81BB253EFE45}" type="presParOf" srcId="{B823AA0A-5C0D-4FED-96AE-882198A2F0F0}" destId="{E8DBFC3F-E606-4DB7-A320-A76B009BE7E4}" srcOrd="3" destOrd="0" presId="urn:microsoft.com/office/officeart/2018/2/layout/IconCircleList"/>
    <dgm:cxn modelId="{6869ABFC-12E2-41A1-B10E-2CE26AFE7D56}" type="presParOf" srcId="{BA783F91-5E61-4780-96DA-CF3A0F4706E3}" destId="{E8B1A6B2-3D87-4C4A-B48C-2396FF2220F3}" srcOrd="5" destOrd="0" presId="urn:microsoft.com/office/officeart/2018/2/layout/IconCircleList"/>
    <dgm:cxn modelId="{CD062AFD-2306-41F1-B650-64245C6FF524}" type="presParOf" srcId="{BA783F91-5E61-4780-96DA-CF3A0F4706E3}" destId="{1CCBAAEE-9FE5-42B7-9EE1-347196056AA5}" srcOrd="6" destOrd="0" presId="urn:microsoft.com/office/officeart/2018/2/layout/IconCircleList"/>
    <dgm:cxn modelId="{BD633EEB-1995-4356-BABE-B8F3B87059E4}" type="presParOf" srcId="{1CCBAAEE-9FE5-42B7-9EE1-347196056AA5}" destId="{7681BCDD-476F-45B0-8670-B7D7BF4A8A1A}" srcOrd="0" destOrd="0" presId="urn:microsoft.com/office/officeart/2018/2/layout/IconCircleList"/>
    <dgm:cxn modelId="{96F267E1-65D3-42EB-AF48-BBFD9EFCCE35}" type="presParOf" srcId="{1CCBAAEE-9FE5-42B7-9EE1-347196056AA5}" destId="{B5D1B4E2-0596-4EA8-9BCD-59DD0D3D1023}" srcOrd="1" destOrd="0" presId="urn:microsoft.com/office/officeart/2018/2/layout/IconCircleList"/>
    <dgm:cxn modelId="{5A5B84DD-018B-48DC-B8D6-A966E6FBD2EF}" type="presParOf" srcId="{1CCBAAEE-9FE5-42B7-9EE1-347196056AA5}" destId="{3BB00278-75DF-4861-8A0C-2FA2A3BD105B}" srcOrd="2" destOrd="0" presId="urn:microsoft.com/office/officeart/2018/2/layout/IconCircleList"/>
    <dgm:cxn modelId="{ABCF6DA5-1D67-45EF-AC32-963A7AFBEFDF}" type="presParOf" srcId="{1CCBAAEE-9FE5-42B7-9EE1-347196056AA5}" destId="{29E5B33C-D5D1-49C0-85C9-34DA2705BC6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99A501-23A5-4844-AEFB-8D81CAD30C7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10FE3E5-0D44-456E-BAFE-E91F1FE3F667}">
      <dgm:prSet custT="1"/>
      <dgm:spPr/>
      <dgm:t>
        <a:bodyPr/>
        <a:lstStyle/>
        <a:p>
          <a:r>
            <a:rPr lang="en-US" sz="1800" dirty="0"/>
            <a:t>Plan </a:t>
          </a:r>
          <a:r>
            <a:rPr lang="en-US" sz="1800" dirty="0" err="1"/>
            <a:t>Básico</a:t>
          </a:r>
          <a:r>
            <a:rPr lang="en-US" sz="1800" dirty="0"/>
            <a:t>: </a:t>
          </a:r>
          <a:r>
            <a:rPr lang="en-US" sz="1800" dirty="0" err="1"/>
            <a:t>Catálogo</a:t>
          </a:r>
          <a:r>
            <a:rPr lang="en-US" sz="1800" dirty="0"/>
            <a:t> + Identidad Visual.</a:t>
          </a:r>
        </a:p>
      </dgm:t>
    </dgm:pt>
    <dgm:pt modelId="{C4937778-8BC5-4028-AC51-F6551843EB62}" type="parTrans" cxnId="{8135F925-74FA-42B3-BE52-290EA06B56F0}">
      <dgm:prSet/>
      <dgm:spPr/>
      <dgm:t>
        <a:bodyPr/>
        <a:lstStyle/>
        <a:p>
          <a:endParaRPr lang="en-US"/>
        </a:p>
      </dgm:t>
    </dgm:pt>
    <dgm:pt modelId="{04C41BFF-85FD-4DCB-AA70-D13DC906A7DF}" type="sibTrans" cxnId="{8135F925-74FA-42B3-BE52-290EA06B56F0}">
      <dgm:prSet/>
      <dgm:spPr/>
      <dgm:t>
        <a:bodyPr/>
        <a:lstStyle/>
        <a:p>
          <a:endParaRPr lang="en-US"/>
        </a:p>
      </dgm:t>
    </dgm:pt>
    <dgm:pt modelId="{7C9F6D45-CB4D-4272-BB62-ADDA7BC4A355}">
      <dgm:prSet custT="1"/>
      <dgm:spPr/>
      <dgm:t>
        <a:bodyPr/>
        <a:lstStyle/>
        <a:p>
          <a:r>
            <a:rPr lang="en-US" sz="1800" dirty="0"/>
            <a:t>Plan </a:t>
          </a:r>
          <a:r>
            <a:rPr lang="en-US" sz="1800" dirty="0" err="1"/>
            <a:t>Profesional</a:t>
          </a:r>
          <a:r>
            <a:rPr lang="en-US" sz="1800" dirty="0"/>
            <a:t>: </a:t>
          </a:r>
          <a:r>
            <a:rPr lang="en-US" sz="1800" dirty="0" err="1"/>
            <a:t>Incluye</a:t>
          </a:r>
          <a:r>
            <a:rPr lang="en-US" sz="1800" dirty="0"/>
            <a:t> chatbot y </a:t>
          </a:r>
          <a:r>
            <a:rPr lang="en-US" sz="1800" dirty="0" err="1"/>
            <a:t>soporte</a:t>
          </a:r>
          <a:r>
            <a:rPr lang="en-US" sz="1800" dirty="0"/>
            <a:t>.</a:t>
          </a:r>
        </a:p>
      </dgm:t>
    </dgm:pt>
    <dgm:pt modelId="{3F80C2E3-2807-4571-AA8E-70A5F88F426E}" type="parTrans" cxnId="{AAAB52EA-A39F-4CEA-A816-E27DD7848C10}">
      <dgm:prSet/>
      <dgm:spPr/>
      <dgm:t>
        <a:bodyPr/>
        <a:lstStyle/>
        <a:p>
          <a:endParaRPr lang="en-US"/>
        </a:p>
      </dgm:t>
    </dgm:pt>
    <dgm:pt modelId="{7C3A7B3B-0027-4675-A6E3-FA47E44A4DD3}" type="sibTrans" cxnId="{AAAB52EA-A39F-4CEA-A816-E27DD7848C10}">
      <dgm:prSet/>
      <dgm:spPr/>
      <dgm:t>
        <a:bodyPr/>
        <a:lstStyle/>
        <a:p>
          <a:endParaRPr lang="en-US"/>
        </a:p>
      </dgm:t>
    </dgm:pt>
    <dgm:pt modelId="{D5F14BBF-BE2A-4639-8555-058EA3164E14}">
      <dgm:prSet custT="1"/>
      <dgm:spPr/>
      <dgm:t>
        <a:bodyPr/>
        <a:lstStyle/>
        <a:p>
          <a:r>
            <a:rPr lang="en-US" sz="1800" dirty="0"/>
            <a:t>Plan Empresarial: </a:t>
          </a:r>
          <a:r>
            <a:rPr lang="en-US" sz="1800" dirty="0" err="1"/>
            <a:t>Gestión</a:t>
          </a:r>
          <a:r>
            <a:rPr lang="en-US" sz="1800" dirty="0"/>
            <a:t> completa y </a:t>
          </a:r>
          <a:r>
            <a:rPr lang="en-US" sz="1800" dirty="0" err="1"/>
            <a:t>crecimiento</a:t>
          </a:r>
          <a:r>
            <a:rPr lang="en-US" sz="1800" dirty="0"/>
            <a:t> digital.</a:t>
          </a:r>
        </a:p>
      </dgm:t>
    </dgm:pt>
    <dgm:pt modelId="{94559F68-19B6-4BAA-BE19-52368A47D40A}" type="parTrans" cxnId="{090D7E9A-16C7-4DF6-94A9-0206A03A4141}">
      <dgm:prSet/>
      <dgm:spPr/>
      <dgm:t>
        <a:bodyPr/>
        <a:lstStyle/>
        <a:p>
          <a:endParaRPr lang="en-US"/>
        </a:p>
      </dgm:t>
    </dgm:pt>
    <dgm:pt modelId="{631F2D55-2BBB-416E-9D0D-726302D50026}" type="sibTrans" cxnId="{090D7E9A-16C7-4DF6-94A9-0206A03A4141}">
      <dgm:prSet/>
      <dgm:spPr/>
      <dgm:t>
        <a:bodyPr/>
        <a:lstStyle/>
        <a:p>
          <a:endParaRPr lang="en-US"/>
        </a:p>
      </dgm:t>
    </dgm:pt>
    <dgm:pt modelId="{A1C32C0E-D76B-4034-8EEA-6E2353DAEE10}">
      <dgm:prSet custT="1"/>
      <dgm:spPr/>
      <dgm:t>
        <a:bodyPr/>
        <a:lstStyle/>
        <a:p>
          <a:r>
            <a:rPr lang="en-US" sz="1800" dirty="0" err="1"/>
            <a:t>Servicios</a:t>
          </a:r>
          <a:r>
            <a:rPr lang="en-US" sz="1800" dirty="0"/>
            <a:t> </a:t>
          </a:r>
          <a:r>
            <a:rPr lang="en-US" sz="1800" dirty="0" err="1"/>
            <a:t>adicionales</a:t>
          </a:r>
          <a:r>
            <a:rPr lang="en-US" sz="1800" dirty="0"/>
            <a:t>: Redes </a:t>
          </a:r>
          <a:r>
            <a:rPr lang="en-US" sz="1800" dirty="0" err="1"/>
            <a:t>sociales</a:t>
          </a:r>
          <a:r>
            <a:rPr lang="en-US" sz="1800" dirty="0"/>
            <a:t> y </a:t>
          </a:r>
          <a:r>
            <a:rPr lang="en-US" sz="1800" dirty="0" err="1"/>
            <a:t>posicionamiento</a:t>
          </a:r>
          <a:r>
            <a:rPr lang="en-US" sz="1800" dirty="0"/>
            <a:t>.</a:t>
          </a:r>
        </a:p>
      </dgm:t>
    </dgm:pt>
    <dgm:pt modelId="{2A5A3D03-EB0C-4E4C-A62E-C0F48A3925EE}" type="parTrans" cxnId="{6CC4A8F8-DA19-47CF-8951-F56003CE68FE}">
      <dgm:prSet/>
      <dgm:spPr/>
      <dgm:t>
        <a:bodyPr/>
        <a:lstStyle/>
        <a:p>
          <a:endParaRPr lang="en-US"/>
        </a:p>
      </dgm:t>
    </dgm:pt>
    <dgm:pt modelId="{898E6E85-2C0E-4F26-9933-B7A349F93607}" type="sibTrans" cxnId="{6CC4A8F8-DA19-47CF-8951-F56003CE68FE}">
      <dgm:prSet/>
      <dgm:spPr/>
      <dgm:t>
        <a:bodyPr/>
        <a:lstStyle/>
        <a:p>
          <a:endParaRPr lang="en-US"/>
        </a:p>
      </dgm:t>
    </dgm:pt>
    <dgm:pt modelId="{5D271D7E-7BD8-4FEB-B422-AB8CBBDB1CA9}" type="pres">
      <dgm:prSet presAssocID="{7299A501-23A5-4844-AEFB-8D81CAD30C74}" presName="root" presStyleCnt="0">
        <dgm:presLayoutVars>
          <dgm:dir/>
          <dgm:resizeHandles val="exact"/>
        </dgm:presLayoutVars>
      </dgm:prSet>
      <dgm:spPr/>
    </dgm:pt>
    <dgm:pt modelId="{194FDC39-3A56-47F5-B2D6-9C564DB8470B}" type="pres">
      <dgm:prSet presAssocID="{410FE3E5-0D44-456E-BAFE-E91F1FE3F667}" presName="compNode" presStyleCnt="0"/>
      <dgm:spPr/>
    </dgm:pt>
    <dgm:pt modelId="{CBB2AA36-B4A5-4E55-8746-4E8BCDABA2E1}" type="pres">
      <dgm:prSet presAssocID="{410FE3E5-0D44-456E-BAFE-E91F1FE3F66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7A24B024-ED83-48E7-AC85-E1B3FC5F3CD2}" type="pres">
      <dgm:prSet presAssocID="{410FE3E5-0D44-456E-BAFE-E91F1FE3F667}" presName="spaceRect" presStyleCnt="0"/>
      <dgm:spPr/>
    </dgm:pt>
    <dgm:pt modelId="{9E199C42-0146-4894-9505-288116F30205}" type="pres">
      <dgm:prSet presAssocID="{410FE3E5-0D44-456E-BAFE-E91F1FE3F667}" presName="textRect" presStyleLbl="revTx" presStyleIdx="0" presStyleCnt="4">
        <dgm:presLayoutVars>
          <dgm:chMax val="1"/>
          <dgm:chPref val="1"/>
        </dgm:presLayoutVars>
      </dgm:prSet>
      <dgm:spPr/>
    </dgm:pt>
    <dgm:pt modelId="{4169EF2C-53F2-44A9-B570-E4B7A688692A}" type="pres">
      <dgm:prSet presAssocID="{04C41BFF-85FD-4DCB-AA70-D13DC906A7DF}" presName="sibTrans" presStyleCnt="0"/>
      <dgm:spPr/>
    </dgm:pt>
    <dgm:pt modelId="{04CE04FF-C8AA-4324-93E1-E9F313C669D7}" type="pres">
      <dgm:prSet presAssocID="{7C9F6D45-CB4D-4272-BB62-ADDA7BC4A355}" presName="compNode" presStyleCnt="0"/>
      <dgm:spPr/>
    </dgm:pt>
    <dgm:pt modelId="{298F203B-81F5-4346-9633-429E9B9EC7DE}" type="pres">
      <dgm:prSet presAssocID="{7C9F6D45-CB4D-4272-BB62-ADDA7BC4A35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9DB37940-33B6-414D-A516-5410672F73B4}" type="pres">
      <dgm:prSet presAssocID="{7C9F6D45-CB4D-4272-BB62-ADDA7BC4A355}" presName="spaceRect" presStyleCnt="0"/>
      <dgm:spPr/>
    </dgm:pt>
    <dgm:pt modelId="{9C234F4C-A857-4B75-BDB1-CF68319A617A}" type="pres">
      <dgm:prSet presAssocID="{7C9F6D45-CB4D-4272-BB62-ADDA7BC4A355}" presName="textRect" presStyleLbl="revTx" presStyleIdx="1" presStyleCnt="4">
        <dgm:presLayoutVars>
          <dgm:chMax val="1"/>
          <dgm:chPref val="1"/>
        </dgm:presLayoutVars>
      </dgm:prSet>
      <dgm:spPr/>
    </dgm:pt>
    <dgm:pt modelId="{96A1F6A0-7D75-4090-8530-2F61F5E3A7F2}" type="pres">
      <dgm:prSet presAssocID="{7C3A7B3B-0027-4675-A6E3-FA47E44A4DD3}" presName="sibTrans" presStyleCnt="0"/>
      <dgm:spPr/>
    </dgm:pt>
    <dgm:pt modelId="{33D68FC8-0E90-4A48-AFA2-829A58F02DD3}" type="pres">
      <dgm:prSet presAssocID="{D5F14BBF-BE2A-4639-8555-058EA3164E14}" presName="compNode" presStyleCnt="0"/>
      <dgm:spPr/>
    </dgm:pt>
    <dgm:pt modelId="{2FB43DBE-10BB-48E9-A5B9-D45A68D7D662}" type="pres">
      <dgm:prSet presAssocID="{D5F14BBF-BE2A-4639-8555-058EA3164E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3FCAE65-907B-431E-A304-205E927C6AD2}" type="pres">
      <dgm:prSet presAssocID="{D5F14BBF-BE2A-4639-8555-058EA3164E14}" presName="spaceRect" presStyleCnt="0"/>
      <dgm:spPr/>
    </dgm:pt>
    <dgm:pt modelId="{305ADC6C-6BED-4A93-8E25-5C7F3A3CFA51}" type="pres">
      <dgm:prSet presAssocID="{D5F14BBF-BE2A-4639-8555-058EA3164E14}" presName="textRect" presStyleLbl="revTx" presStyleIdx="2" presStyleCnt="4">
        <dgm:presLayoutVars>
          <dgm:chMax val="1"/>
          <dgm:chPref val="1"/>
        </dgm:presLayoutVars>
      </dgm:prSet>
      <dgm:spPr/>
    </dgm:pt>
    <dgm:pt modelId="{1FD8EB40-72DB-4167-872A-E2A2650B835D}" type="pres">
      <dgm:prSet presAssocID="{631F2D55-2BBB-416E-9D0D-726302D50026}" presName="sibTrans" presStyleCnt="0"/>
      <dgm:spPr/>
    </dgm:pt>
    <dgm:pt modelId="{8B995717-F156-4F5B-86D3-1A46F692A13F}" type="pres">
      <dgm:prSet presAssocID="{A1C32C0E-D76B-4034-8EEA-6E2353DAEE10}" presName="compNode" presStyleCnt="0"/>
      <dgm:spPr/>
    </dgm:pt>
    <dgm:pt modelId="{F25DB158-A57F-4FD5-9B6C-1CF4BBD9C8F2}" type="pres">
      <dgm:prSet presAssocID="{A1C32C0E-D76B-4034-8EEA-6E2353DAEE1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"/>
        </a:ext>
      </dgm:extLst>
    </dgm:pt>
    <dgm:pt modelId="{9E875454-848D-46EC-82F6-D5A0A664289F}" type="pres">
      <dgm:prSet presAssocID="{A1C32C0E-D76B-4034-8EEA-6E2353DAEE10}" presName="spaceRect" presStyleCnt="0"/>
      <dgm:spPr/>
    </dgm:pt>
    <dgm:pt modelId="{565D0F0A-864D-4AE5-BFD2-78A48CC39F53}" type="pres">
      <dgm:prSet presAssocID="{A1C32C0E-D76B-4034-8EEA-6E2353DAEE1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AA21324-CDA5-4E6A-A330-84559E9E52BC}" type="presOf" srcId="{7299A501-23A5-4844-AEFB-8D81CAD30C74}" destId="{5D271D7E-7BD8-4FEB-B422-AB8CBBDB1CA9}" srcOrd="0" destOrd="0" presId="urn:microsoft.com/office/officeart/2018/2/layout/IconLabelList"/>
    <dgm:cxn modelId="{8135F925-74FA-42B3-BE52-290EA06B56F0}" srcId="{7299A501-23A5-4844-AEFB-8D81CAD30C74}" destId="{410FE3E5-0D44-456E-BAFE-E91F1FE3F667}" srcOrd="0" destOrd="0" parTransId="{C4937778-8BC5-4028-AC51-F6551843EB62}" sibTransId="{04C41BFF-85FD-4DCB-AA70-D13DC906A7DF}"/>
    <dgm:cxn modelId="{10B45A33-4213-4CBB-8175-341153757E68}" type="presOf" srcId="{D5F14BBF-BE2A-4639-8555-058EA3164E14}" destId="{305ADC6C-6BED-4A93-8E25-5C7F3A3CFA51}" srcOrd="0" destOrd="0" presId="urn:microsoft.com/office/officeart/2018/2/layout/IconLabelList"/>
    <dgm:cxn modelId="{2FB9155F-CA42-423E-B184-37DDC382ADC9}" type="presOf" srcId="{410FE3E5-0D44-456E-BAFE-E91F1FE3F667}" destId="{9E199C42-0146-4894-9505-288116F30205}" srcOrd="0" destOrd="0" presId="urn:microsoft.com/office/officeart/2018/2/layout/IconLabelList"/>
    <dgm:cxn modelId="{753B456B-B91C-48F3-9FA5-C0BED706A573}" type="presOf" srcId="{7C9F6D45-CB4D-4272-BB62-ADDA7BC4A355}" destId="{9C234F4C-A857-4B75-BDB1-CF68319A617A}" srcOrd="0" destOrd="0" presId="urn:microsoft.com/office/officeart/2018/2/layout/IconLabelList"/>
    <dgm:cxn modelId="{090D7E9A-16C7-4DF6-94A9-0206A03A4141}" srcId="{7299A501-23A5-4844-AEFB-8D81CAD30C74}" destId="{D5F14BBF-BE2A-4639-8555-058EA3164E14}" srcOrd="2" destOrd="0" parTransId="{94559F68-19B6-4BAA-BE19-52368A47D40A}" sibTransId="{631F2D55-2BBB-416E-9D0D-726302D50026}"/>
    <dgm:cxn modelId="{BD47C2E7-4257-47E0-A191-5C2F6A6236A9}" type="presOf" srcId="{A1C32C0E-D76B-4034-8EEA-6E2353DAEE10}" destId="{565D0F0A-864D-4AE5-BFD2-78A48CC39F53}" srcOrd="0" destOrd="0" presId="urn:microsoft.com/office/officeart/2018/2/layout/IconLabelList"/>
    <dgm:cxn modelId="{AAAB52EA-A39F-4CEA-A816-E27DD7848C10}" srcId="{7299A501-23A5-4844-AEFB-8D81CAD30C74}" destId="{7C9F6D45-CB4D-4272-BB62-ADDA7BC4A355}" srcOrd="1" destOrd="0" parTransId="{3F80C2E3-2807-4571-AA8E-70A5F88F426E}" sibTransId="{7C3A7B3B-0027-4675-A6E3-FA47E44A4DD3}"/>
    <dgm:cxn modelId="{6CC4A8F8-DA19-47CF-8951-F56003CE68FE}" srcId="{7299A501-23A5-4844-AEFB-8D81CAD30C74}" destId="{A1C32C0E-D76B-4034-8EEA-6E2353DAEE10}" srcOrd="3" destOrd="0" parTransId="{2A5A3D03-EB0C-4E4C-A62E-C0F48A3925EE}" sibTransId="{898E6E85-2C0E-4F26-9933-B7A349F93607}"/>
    <dgm:cxn modelId="{8DBEB444-EB64-47FB-A28C-CBC5DE5F8835}" type="presParOf" srcId="{5D271D7E-7BD8-4FEB-B422-AB8CBBDB1CA9}" destId="{194FDC39-3A56-47F5-B2D6-9C564DB8470B}" srcOrd="0" destOrd="0" presId="urn:microsoft.com/office/officeart/2018/2/layout/IconLabelList"/>
    <dgm:cxn modelId="{23FAFB86-52AF-4BCF-A082-2C5F8EE54C91}" type="presParOf" srcId="{194FDC39-3A56-47F5-B2D6-9C564DB8470B}" destId="{CBB2AA36-B4A5-4E55-8746-4E8BCDABA2E1}" srcOrd="0" destOrd="0" presId="urn:microsoft.com/office/officeart/2018/2/layout/IconLabelList"/>
    <dgm:cxn modelId="{DA2739DA-85AA-4588-A0F8-1687DEF32E83}" type="presParOf" srcId="{194FDC39-3A56-47F5-B2D6-9C564DB8470B}" destId="{7A24B024-ED83-48E7-AC85-E1B3FC5F3CD2}" srcOrd="1" destOrd="0" presId="urn:microsoft.com/office/officeart/2018/2/layout/IconLabelList"/>
    <dgm:cxn modelId="{51827193-8711-4979-B5C7-3462BC59DF06}" type="presParOf" srcId="{194FDC39-3A56-47F5-B2D6-9C564DB8470B}" destId="{9E199C42-0146-4894-9505-288116F30205}" srcOrd="2" destOrd="0" presId="urn:microsoft.com/office/officeart/2018/2/layout/IconLabelList"/>
    <dgm:cxn modelId="{793278A4-EF9F-40D7-9836-9A75F208B2F5}" type="presParOf" srcId="{5D271D7E-7BD8-4FEB-B422-AB8CBBDB1CA9}" destId="{4169EF2C-53F2-44A9-B570-E4B7A688692A}" srcOrd="1" destOrd="0" presId="urn:microsoft.com/office/officeart/2018/2/layout/IconLabelList"/>
    <dgm:cxn modelId="{50986715-7E3A-4428-94CF-E77C226534A8}" type="presParOf" srcId="{5D271D7E-7BD8-4FEB-B422-AB8CBBDB1CA9}" destId="{04CE04FF-C8AA-4324-93E1-E9F313C669D7}" srcOrd="2" destOrd="0" presId="urn:microsoft.com/office/officeart/2018/2/layout/IconLabelList"/>
    <dgm:cxn modelId="{2FFF141D-1F77-4498-A30A-BC9506AA2EFB}" type="presParOf" srcId="{04CE04FF-C8AA-4324-93E1-E9F313C669D7}" destId="{298F203B-81F5-4346-9633-429E9B9EC7DE}" srcOrd="0" destOrd="0" presId="urn:microsoft.com/office/officeart/2018/2/layout/IconLabelList"/>
    <dgm:cxn modelId="{5D914EF1-5053-4213-8E5D-DE062ED775BB}" type="presParOf" srcId="{04CE04FF-C8AA-4324-93E1-E9F313C669D7}" destId="{9DB37940-33B6-414D-A516-5410672F73B4}" srcOrd="1" destOrd="0" presId="urn:microsoft.com/office/officeart/2018/2/layout/IconLabelList"/>
    <dgm:cxn modelId="{2EB6DDC2-7965-4D41-9692-7559957EB08D}" type="presParOf" srcId="{04CE04FF-C8AA-4324-93E1-E9F313C669D7}" destId="{9C234F4C-A857-4B75-BDB1-CF68319A617A}" srcOrd="2" destOrd="0" presId="urn:microsoft.com/office/officeart/2018/2/layout/IconLabelList"/>
    <dgm:cxn modelId="{24288B82-D942-4CBF-99FA-F904A194D18E}" type="presParOf" srcId="{5D271D7E-7BD8-4FEB-B422-AB8CBBDB1CA9}" destId="{96A1F6A0-7D75-4090-8530-2F61F5E3A7F2}" srcOrd="3" destOrd="0" presId="urn:microsoft.com/office/officeart/2018/2/layout/IconLabelList"/>
    <dgm:cxn modelId="{3411235F-22F2-411B-9413-4439C876E7EB}" type="presParOf" srcId="{5D271D7E-7BD8-4FEB-B422-AB8CBBDB1CA9}" destId="{33D68FC8-0E90-4A48-AFA2-829A58F02DD3}" srcOrd="4" destOrd="0" presId="urn:microsoft.com/office/officeart/2018/2/layout/IconLabelList"/>
    <dgm:cxn modelId="{6E4CAFAF-C769-4103-9108-85A4897526FB}" type="presParOf" srcId="{33D68FC8-0E90-4A48-AFA2-829A58F02DD3}" destId="{2FB43DBE-10BB-48E9-A5B9-D45A68D7D662}" srcOrd="0" destOrd="0" presId="urn:microsoft.com/office/officeart/2018/2/layout/IconLabelList"/>
    <dgm:cxn modelId="{BA72F2D9-7394-4E5A-A754-C54E8EE7F57A}" type="presParOf" srcId="{33D68FC8-0E90-4A48-AFA2-829A58F02DD3}" destId="{D3FCAE65-907B-431E-A304-205E927C6AD2}" srcOrd="1" destOrd="0" presId="urn:microsoft.com/office/officeart/2018/2/layout/IconLabelList"/>
    <dgm:cxn modelId="{CFAFE29D-6772-4E61-8632-0BC578243B07}" type="presParOf" srcId="{33D68FC8-0E90-4A48-AFA2-829A58F02DD3}" destId="{305ADC6C-6BED-4A93-8E25-5C7F3A3CFA51}" srcOrd="2" destOrd="0" presId="urn:microsoft.com/office/officeart/2018/2/layout/IconLabelList"/>
    <dgm:cxn modelId="{26E37CD5-687C-4229-97BA-4E4CD2A6DBC1}" type="presParOf" srcId="{5D271D7E-7BD8-4FEB-B422-AB8CBBDB1CA9}" destId="{1FD8EB40-72DB-4167-872A-E2A2650B835D}" srcOrd="5" destOrd="0" presId="urn:microsoft.com/office/officeart/2018/2/layout/IconLabelList"/>
    <dgm:cxn modelId="{D8B581B3-C114-49FA-8164-31F657CA64CE}" type="presParOf" srcId="{5D271D7E-7BD8-4FEB-B422-AB8CBBDB1CA9}" destId="{8B995717-F156-4F5B-86D3-1A46F692A13F}" srcOrd="6" destOrd="0" presId="urn:microsoft.com/office/officeart/2018/2/layout/IconLabelList"/>
    <dgm:cxn modelId="{E0030079-9D95-4615-B482-6749A68F8BCC}" type="presParOf" srcId="{8B995717-F156-4F5B-86D3-1A46F692A13F}" destId="{F25DB158-A57F-4FD5-9B6C-1CF4BBD9C8F2}" srcOrd="0" destOrd="0" presId="urn:microsoft.com/office/officeart/2018/2/layout/IconLabelList"/>
    <dgm:cxn modelId="{074E8EB5-D747-49C9-82FA-1D2AE47A8091}" type="presParOf" srcId="{8B995717-F156-4F5B-86D3-1A46F692A13F}" destId="{9E875454-848D-46EC-82F6-D5A0A664289F}" srcOrd="1" destOrd="0" presId="urn:microsoft.com/office/officeart/2018/2/layout/IconLabelList"/>
    <dgm:cxn modelId="{7A1DC8B6-87B9-44C9-B0D4-E1DBD3178D07}" type="presParOf" srcId="{8B995717-F156-4F5B-86D3-1A46F692A13F}" destId="{565D0F0A-864D-4AE5-BFD2-78A48CC39F5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6E1491-2D9E-4246-81F8-FAA67DBA851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979883-8FCA-4B29-BEB4-AA0585397E99}">
      <dgm:prSet/>
      <dgm:spPr/>
      <dgm:t>
        <a:bodyPr/>
        <a:lstStyle/>
        <a:p>
          <a:r>
            <a:rPr lang="en-US"/>
            <a:t>Fase 1: Validación con emprendimientos locales.</a:t>
          </a:r>
        </a:p>
      </dgm:t>
    </dgm:pt>
    <dgm:pt modelId="{C7207BD1-B204-4991-B461-4215BEB56A74}" type="parTrans" cxnId="{892D8EA4-3F5D-40CB-8932-9ED213C965F8}">
      <dgm:prSet/>
      <dgm:spPr/>
      <dgm:t>
        <a:bodyPr/>
        <a:lstStyle/>
        <a:p>
          <a:endParaRPr lang="en-US"/>
        </a:p>
      </dgm:t>
    </dgm:pt>
    <dgm:pt modelId="{EC30FAB9-DCA4-4DC4-B356-59D9FC7436BA}" type="sibTrans" cxnId="{892D8EA4-3F5D-40CB-8932-9ED213C965F8}">
      <dgm:prSet/>
      <dgm:spPr/>
      <dgm:t>
        <a:bodyPr/>
        <a:lstStyle/>
        <a:p>
          <a:endParaRPr lang="en-US"/>
        </a:p>
      </dgm:t>
    </dgm:pt>
    <dgm:pt modelId="{0F70B3FB-4B57-4EB0-B578-52F0F63B4A19}">
      <dgm:prSet/>
      <dgm:spPr/>
      <dgm:t>
        <a:bodyPr/>
        <a:lstStyle/>
        <a:p>
          <a:r>
            <a:rPr lang="en-US"/>
            <a:t>Fase 2: Integración con pasarelas de pago.</a:t>
          </a:r>
        </a:p>
      </dgm:t>
    </dgm:pt>
    <dgm:pt modelId="{23BBD6EC-8303-49BB-A774-5D57C8F4B954}" type="parTrans" cxnId="{15D98ED5-AAE3-46E3-A1FA-C079FFA514EB}">
      <dgm:prSet/>
      <dgm:spPr/>
      <dgm:t>
        <a:bodyPr/>
        <a:lstStyle/>
        <a:p>
          <a:endParaRPr lang="en-US"/>
        </a:p>
      </dgm:t>
    </dgm:pt>
    <dgm:pt modelId="{700411D6-69E6-44A4-83EE-72FDF27CE985}" type="sibTrans" cxnId="{15D98ED5-AAE3-46E3-A1FA-C079FFA514EB}">
      <dgm:prSet/>
      <dgm:spPr/>
      <dgm:t>
        <a:bodyPr/>
        <a:lstStyle/>
        <a:p>
          <a:endParaRPr lang="en-US"/>
        </a:p>
      </dgm:t>
    </dgm:pt>
    <dgm:pt modelId="{43E9C921-EED5-46DE-810F-CE1F9876D14F}">
      <dgm:prSet/>
      <dgm:spPr/>
      <dgm:t>
        <a:bodyPr/>
        <a:lstStyle/>
        <a:p>
          <a:r>
            <a:rPr lang="en-US"/>
            <a:t>Fase 3: Plataforma multi-emprendimientos.</a:t>
          </a:r>
        </a:p>
      </dgm:t>
    </dgm:pt>
    <dgm:pt modelId="{ADF23233-A035-4F89-A316-61E1254BEEEA}" type="parTrans" cxnId="{99979BCC-675F-481D-8FE6-0C425ADED3A1}">
      <dgm:prSet/>
      <dgm:spPr/>
      <dgm:t>
        <a:bodyPr/>
        <a:lstStyle/>
        <a:p>
          <a:endParaRPr lang="en-US"/>
        </a:p>
      </dgm:t>
    </dgm:pt>
    <dgm:pt modelId="{73366BC5-D328-4A5B-A001-8391CAB2F63C}" type="sibTrans" cxnId="{99979BCC-675F-481D-8FE6-0C425ADED3A1}">
      <dgm:prSet/>
      <dgm:spPr/>
      <dgm:t>
        <a:bodyPr/>
        <a:lstStyle/>
        <a:p>
          <a:endParaRPr lang="en-US"/>
        </a:p>
      </dgm:t>
    </dgm:pt>
    <dgm:pt modelId="{956A6FAF-AC9E-4FF6-B917-470B35B761CA}">
      <dgm:prSet/>
      <dgm:spPr/>
      <dgm:t>
        <a:bodyPr/>
        <a:lstStyle/>
        <a:p>
          <a:r>
            <a:rPr lang="en-US"/>
            <a:t>Fase 4: Marketplace Nexus Legends a nivel nacional.</a:t>
          </a:r>
        </a:p>
      </dgm:t>
    </dgm:pt>
    <dgm:pt modelId="{85CAA242-8E46-4447-BF55-006497182DA4}" type="parTrans" cxnId="{3DBEBD7D-B70F-4C9A-AA8E-0BEB65D67A22}">
      <dgm:prSet/>
      <dgm:spPr/>
      <dgm:t>
        <a:bodyPr/>
        <a:lstStyle/>
        <a:p>
          <a:endParaRPr lang="en-US"/>
        </a:p>
      </dgm:t>
    </dgm:pt>
    <dgm:pt modelId="{C1CCFBB3-6A9C-4D93-8A31-B4666B2A91D5}" type="sibTrans" cxnId="{3DBEBD7D-B70F-4C9A-AA8E-0BEB65D67A22}">
      <dgm:prSet/>
      <dgm:spPr/>
      <dgm:t>
        <a:bodyPr/>
        <a:lstStyle/>
        <a:p>
          <a:endParaRPr lang="en-US"/>
        </a:p>
      </dgm:t>
    </dgm:pt>
    <dgm:pt modelId="{512A6A1B-8EFF-4F8B-9860-0541674447C8}" type="pres">
      <dgm:prSet presAssocID="{2A6E1491-2D9E-4246-81F8-FAA67DBA851E}" presName="linear" presStyleCnt="0">
        <dgm:presLayoutVars>
          <dgm:animLvl val="lvl"/>
          <dgm:resizeHandles val="exact"/>
        </dgm:presLayoutVars>
      </dgm:prSet>
      <dgm:spPr/>
    </dgm:pt>
    <dgm:pt modelId="{FB6AA71E-F60C-4876-BA13-7FC19B71BCDD}" type="pres">
      <dgm:prSet presAssocID="{FA979883-8FCA-4B29-BEB4-AA0585397E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7F71DB-EC99-4820-9D3B-2B7DCC2A355E}" type="pres">
      <dgm:prSet presAssocID="{EC30FAB9-DCA4-4DC4-B356-59D9FC7436BA}" presName="spacer" presStyleCnt="0"/>
      <dgm:spPr/>
    </dgm:pt>
    <dgm:pt modelId="{9A32A121-FF67-4FB7-A275-93ED2467F2F7}" type="pres">
      <dgm:prSet presAssocID="{0F70B3FB-4B57-4EB0-B578-52F0F63B4A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9A7513-0E7A-423A-8E73-08315FFF7FC1}" type="pres">
      <dgm:prSet presAssocID="{700411D6-69E6-44A4-83EE-72FDF27CE985}" presName="spacer" presStyleCnt="0"/>
      <dgm:spPr/>
    </dgm:pt>
    <dgm:pt modelId="{18252539-A2CC-4FD1-A7C9-F663BAF7DE71}" type="pres">
      <dgm:prSet presAssocID="{43E9C921-EED5-46DE-810F-CE1F9876D14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944913-FF94-471E-8227-DB51E15644EB}" type="pres">
      <dgm:prSet presAssocID="{73366BC5-D328-4A5B-A001-8391CAB2F63C}" presName="spacer" presStyleCnt="0"/>
      <dgm:spPr/>
    </dgm:pt>
    <dgm:pt modelId="{C9B4389D-D441-4D28-B63B-B321753C5C0D}" type="pres">
      <dgm:prSet presAssocID="{956A6FAF-AC9E-4FF6-B917-470B35B761C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265F2E-7FCB-458D-80B2-B2AB0A94BFDF}" type="presOf" srcId="{0F70B3FB-4B57-4EB0-B578-52F0F63B4A19}" destId="{9A32A121-FF67-4FB7-A275-93ED2467F2F7}" srcOrd="0" destOrd="0" presId="urn:microsoft.com/office/officeart/2005/8/layout/vList2"/>
    <dgm:cxn modelId="{3DBEBD7D-B70F-4C9A-AA8E-0BEB65D67A22}" srcId="{2A6E1491-2D9E-4246-81F8-FAA67DBA851E}" destId="{956A6FAF-AC9E-4FF6-B917-470B35B761CA}" srcOrd="3" destOrd="0" parTransId="{85CAA242-8E46-4447-BF55-006497182DA4}" sibTransId="{C1CCFBB3-6A9C-4D93-8A31-B4666B2A91D5}"/>
    <dgm:cxn modelId="{39AC587F-9AE8-4285-931B-C21F2FF62EFD}" type="presOf" srcId="{FA979883-8FCA-4B29-BEB4-AA0585397E99}" destId="{FB6AA71E-F60C-4876-BA13-7FC19B71BCDD}" srcOrd="0" destOrd="0" presId="urn:microsoft.com/office/officeart/2005/8/layout/vList2"/>
    <dgm:cxn modelId="{D5379299-245B-4A59-A4C2-F7A158C96348}" type="presOf" srcId="{956A6FAF-AC9E-4FF6-B917-470B35B761CA}" destId="{C9B4389D-D441-4D28-B63B-B321753C5C0D}" srcOrd="0" destOrd="0" presId="urn:microsoft.com/office/officeart/2005/8/layout/vList2"/>
    <dgm:cxn modelId="{892D8EA4-3F5D-40CB-8932-9ED213C965F8}" srcId="{2A6E1491-2D9E-4246-81F8-FAA67DBA851E}" destId="{FA979883-8FCA-4B29-BEB4-AA0585397E99}" srcOrd="0" destOrd="0" parTransId="{C7207BD1-B204-4991-B461-4215BEB56A74}" sibTransId="{EC30FAB9-DCA4-4DC4-B356-59D9FC7436BA}"/>
    <dgm:cxn modelId="{E586B1BF-367F-428B-9AA3-1F953377AB5D}" type="presOf" srcId="{2A6E1491-2D9E-4246-81F8-FAA67DBA851E}" destId="{512A6A1B-8EFF-4F8B-9860-0541674447C8}" srcOrd="0" destOrd="0" presId="urn:microsoft.com/office/officeart/2005/8/layout/vList2"/>
    <dgm:cxn modelId="{41B501CB-5601-4C2C-AB28-393CD26FB281}" type="presOf" srcId="{43E9C921-EED5-46DE-810F-CE1F9876D14F}" destId="{18252539-A2CC-4FD1-A7C9-F663BAF7DE71}" srcOrd="0" destOrd="0" presId="urn:microsoft.com/office/officeart/2005/8/layout/vList2"/>
    <dgm:cxn modelId="{99979BCC-675F-481D-8FE6-0C425ADED3A1}" srcId="{2A6E1491-2D9E-4246-81F8-FAA67DBA851E}" destId="{43E9C921-EED5-46DE-810F-CE1F9876D14F}" srcOrd="2" destOrd="0" parTransId="{ADF23233-A035-4F89-A316-61E1254BEEEA}" sibTransId="{73366BC5-D328-4A5B-A001-8391CAB2F63C}"/>
    <dgm:cxn modelId="{15D98ED5-AAE3-46E3-A1FA-C079FFA514EB}" srcId="{2A6E1491-2D9E-4246-81F8-FAA67DBA851E}" destId="{0F70B3FB-4B57-4EB0-B578-52F0F63B4A19}" srcOrd="1" destOrd="0" parTransId="{23BBD6EC-8303-49BB-A774-5D57C8F4B954}" sibTransId="{700411D6-69E6-44A4-83EE-72FDF27CE985}"/>
    <dgm:cxn modelId="{4ED4EC7D-FFF4-4DB1-A82B-EB558528EF20}" type="presParOf" srcId="{512A6A1B-8EFF-4F8B-9860-0541674447C8}" destId="{FB6AA71E-F60C-4876-BA13-7FC19B71BCDD}" srcOrd="0" destOrd="0" presId="urn:microsoft.com/office/officeart/2005/8/layout/vList2"/>
    <dgm:cxn modelId="{037B4319-2A6E-4EFC-A4B2-27F88297B975}" type="presParOf" srcId="{512A6A1B-8EFF-4F8B-9860-0541674447C8}" destId="{1D7F71DB-EC99-4820-9D3B-2B7DCC2A355E}" srcOrd="1" destOrd="0" presId="urn:microsoft.com/office/officeart/2005/8/layout/vList2"/>
    <dgm:cxn modelId="{ADEA8509-67D3-43BD-AA56-520FE5A967B9}" type="presParOf" srcId="{512A6A1B-8EFF-4F8B-9860-0541674447C8}" destId="{9A32A121-FF67-4FB7-A275-93ED2467F2F7}" srcOrd="2" destOrd="0" presId="urn:microsoft.com/office/officeart/2005/8/layout/vList2"/>
    <dgm:cxn modelId="{51983E77-59FB-4958-A64C-38B55EA8C76E}" type="presParOf" srcId="{512A6A1B-8EFF-4F8B-9860-0541674447C8}" destId="{569A7513-0E7A-423A-8E73-08315FFF7FC1}" srcOrd="3" destOrd="0" presId="urn:microsoft.com/office/officeart/2005/8/layout/vList2"/>
    <dgm:cxn modelId="{06AEAF16-BBB6-4AE8-94B8-697E419BCBD8}" type="presParOf" srcId="{512A6A1B-8EFF-4F8B-9860-0541674447C8}" destId="{18252539-A2CC-4FD1-A7C9-F663BAF7DE71}" srcOrd="4" destOrd="0" presId="urn:microsoft.com/office/officeart/2005/8/layout/vList2"/>
    <dgm:cxn modelId="{77AD4DA5-775C-42BE-B047-EB0491273342}" type="presParOf" srcId="{512A6A1B-8EFF-4F8B-9860-0541674447C8}" destId="{5B944913-FF94-471E-8227-DB51E15644EB}" srcOrd="5" destOrd="0" presId="urn:microsoft.com/office/officeart/2005/8/layout/vList2"/>
    <dgm:cxn modelId="{4818D46F-63C2-449F-B834-3ACFD0E08BF3}" type="presParOf" srcId="{512A6A1B-8EFF-4F8B-9860-0541674447C8}" destId="{C9B4389D-D441-4D28-B63B-B321753C5C0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B2A1B-6B73-4640-B892-C5F6CD173B6F}">
      <dsp:nvSpPr>
        <dsp:cNvPr id="0" name=""/>
        <dsp:cNvSpPr/>
      </dsp:nvSpPr>
      <dsp:spPr>
        <a:xfrm>
          <a:off x="1009209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9649AE-69BC-4C58-9D37-911B6F401BA7}">
      <dsp:nvSpPr>
        <dsp:cNvPr id="0" name=""/>
        <dsp:cNvSpPr/>
      </dsp:nvSpPr>
      <dsp:spPr>
        <a:xfrm>
          <a:off x="16115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Más de 600.000 emprendimientos colombianos están fuera del entorno web.</a:t>
          </a:r>
        </a:p>
      </dsp:txBody>
      <dsp:txXfrm>
        <a:off x="16115" y="2835228"/>
        <a:ext cx="3611250" cy="720000"/>
      </dsp:txXfrm>
    </dsp:sp>
    <dsp:sp modelId="{3E49DEA4-F704-4F1F-B3A9-A418E4AB3EA6}">
      <dsp:nvSpPr>
        <dsp:cNvPr id="0" name=""/>
        <dsp:cNvSpPr/>
      </dsp:nvSpPr>
      <dsp:spPr>
        <a:xfrm>
          <a:off x="5252428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89082-F4C2-41BF-89E6-AD3ACCE219A0}">
      <dsp:nvSpPr>
        <dsp:cNvPr id="0" name=""/>
        <dsp:cNvSpPr/>
      </dsp:nvSpPr>
      <dsp:spPr>
        <a:xfrm>
          <a:off x="4259334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Esto limita su formalización, crecimiento y posicionamiento en el mercado actual.</a:t>
          </a:r>
        </a:p>
      </dsp:txBody>
      <dsp:txXfrm>
        <a:off x="4259334" y="2835228"/>
        <a:ext cx="361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6ED00-15B5-46E4-AA88-D826C069D57D}">
      <dsp:nvSpPr>
        <dsp:cNvPr id="0" name=""/>
        <dsp:cNvSpPr/>
      </dsp:nvSpPr>
      <dsp:spPr>
        <a:xfrm>
          <a:off x="530099" y="493794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18AA5-DF79-4EF7-9AF0-8E070D74AED6}">
      <dsp:nvSpPr>
        <dsp:cNvPr id="0" name=""/>
        <dsp:cNvSpPr/>
      </dsp:nvSpPr>
      <dsp:spPr>
        <a:xfrm>
          <a:off x="829912" y="793606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7E5B6-82D4-4AF5-AF60-9C1682375C06}">
      <dsp:nvSpPr>
        <dsp:cNvPr id="0" name=""/>
        <dsp:cNvSpPr/>
      </dsp:nvSpPr>
      <dsp:spPr>
        <a:xfrm>
          <a:off x="80381" y="2338794"/>
          <a:ext cx="2306250" cy="15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El 53% de </a:t>
          </a:r>
          <a:r>
            <a:rPr lang="en-US" sz="1800" kern="1200" dirty="0" err="1"/>
            <a:t>los</a:t>
          </a:r>
          <a:r>
            <a:rPr lang="en-US" sz="1800" kern="1200" dirty="0"/>
            <a:t> </a:t>
          </a:r>
          <a:r>
            <a:rPr lang="en-US" sz="1800" kern="1200" dirty="0" err="1"/>
            <a:t>pequeños</a:t>
          </a:r>
          <a:r>
            <a:rPr lang="en-US" sz="1800" kern="1200" dirty="0"/>
            <a:t> empresarios </a:t>
          </a:r>
          <a:r>
            <a:rPr lang="en-US" sz="1800" kern="1200" dirty="0" err="1"/>
            <a:t>utiliza</a:t>
          </a:r>
          <a:r>
            <a:rPr lang="en-US" sz="1800" kern="1200" dirty="0"/>
            <a:t> </a:t>
          </a:r>
          <a:r>
            <a:rPr lang="en-US" sz="1800" kern="1200" dirty="0" err="1"/>
            <a:t>una</a:t>
          </a:r>
          <a:r>
            <a:rPr lang="en-US" sz="1800" kern="1200" dirty="0"/>
            <a:t> tienda </a:t>
          </a:r>
          <a:r>
            <a:rPr lang="en-US" sz="1800" kern="1200" dirty="0" err="1"/>
            <a:t>en</a:t>
          </a:r>
          <a:r>
            <a:rPr lang="en-US" sz="1800" kern="1200" dirty="0"/>
            <a:t> </a:t>
          </a:r>
          <a:r>
            <a:rPr lang="en-US" sz="1800" kern="1200" dirty="0" err="1"/>
            <a:t>línea</a:t>
          </a:r>
          <a:r>
            <a:rPr lang="en-US" sz="1800" kern="1200" dirty="0"/>
            <a:t> </a:t>
          </a:r>
          <a:r>
            <a:rPr lang="en-US" sz="1800" kern="1200" dirty="0" err="1"/>
            <a:t>como</a:t>
          </a:r>
          <a:r>
            <a:rPr lang="en-US" sz="1800" kern="1200" dirty="0"/>
            <a:t> principal canal de </a:t>
          </a:r>
          <a:r>
            <a:rPr lang="en-US" sz="1800" kern="1200" dirty="0" err="1"/>
            <a:t>venta</a:t>
          </a:r>
          <a:r>
            <a:rPr lang="en-US" sz="1800" kern="1200" dirty="0"/>
            <a:t>.</a:t>
          </a:r>
        </a:p>
      </dsp:txBody>
      <dsp:txXfrm>
        <a:off x="80381" y="2338794"/>
        <a:ext cx="2306250" cy="1518750"/>
      </dsp:txXfrm>
    </dsp:sp>
    <dsp:sp modelId="{65A1514A-2597-4591-8E6B-265A742F6812}">
      <dsp:nvSpPr>
        <dsp:cNvPr id="0" name=""/>
        <dsp:cNvSpPr/>
      </dsp:nvSpPr>
      <dsp:spPr>
        <a:xfrm>
          <a:off x="3239943" y="493794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2D3F9-E8DA-4AB0-B683-BC3D431606F9}">
      <dsp:nvSpPr>
        <dsp:cNvPr id="0" name=""/>
        <dsp:cNvSpPr/>
      </dsp:nvSpPr>
      <dsp:spPr>
        <a:xfrm>
          <a:off x="3539756" y="793606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6DEF0-A1AB-4765-8054-9DA0EF0D50A8}">
      <dsp:nvSpPr>
        <dsp:cNvPr id="0" name=""/>
        <dsp:cNvSpPr/>
      </dsp:nvSpPr>
      <dsp:spPr>
        <a:xfrm>
          <a:off x="2790224" y="2338794"/>
          <a:ext cx="2306250" cy="15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Solo </a:t>
          </a:r>
          <a:r>
            <a:rPr lang="en-US" sz="1900" kern="1200" dirty="0" err="1"/>
            <a:t>el</a:t>
          </a:r>
          <a:r>
            <a:rPr lang="en-US" sz="1900" kern="1200" dirty="0"/>
            <a:t> 26% </a:t>
          </a:r>
          <a:r>
            <a:rPr lang="en-US" sz="1900" kern="1200" dirty="0" err="1"/>
            <a:t>utiliza</a:t>
          </a:r>
          <a:r>
            <a:rPr lang="en-US" sz="1900" kern="1200" dirty="0"/>
            <a:t> </a:t>
          </a:r>
          <a:r>
            <a:rPr lang="en-US" sz="1900" kern="1200" dirty="0" err="1"/>
            <a:t>plataformas</a:t>
          </a:r>
          <a:r>
            <a:rPr lang="en-US" sz="1900" kern="1200" dirty="0"/>
            <a:t> de </a:t>
          </a:r>
          <a:r>
            <a:rPr lang="en-US" sz="1900" kern="1200" dirty="0" err="1"/>
            <a:t>pago</a:t>
          </a:r>
          <a:r>
            <a:rPr lang="en-US" sz="1900" kern="1200" dirty="0"/>
            <a:t> </a:t>
          </a:r>
          <a:r>
            <a:rPr lang="en-US" sz="1900" kern="1200" dirty="0" err="1"/>
            <a:t>modernas</a:t>
          </a:r>
          <a:r>
            <a:rPr lang="en-US" sz="1900" kern="1200" dirty="0"/>
            <a:t> </a:t>
          </a:r>
          <a:r>
            <a:rPr lang="en-US" sz="1900" kern="1200" dirty="0" err="1"/>
            <a:t>como</a:t>
          </a:r>
          <a:r>
            <a:rPr lang="en-US" sz="1900" kern="1200" dirty="0"/>
            <a:t> </a:t>
          </a:r>
          <a:r>
            <a:rPr lang="en-US" sz="1900" kern="1200" dirty="0" err="1"/>
            <a:t>Nequi</a:t>
          </a:r>
          <a:r>
            <a:rPr lang="en-US" sz="1900" kern="1200" dirty="0"/>
            <a:t> o </a:t>
          </a:r>
          <a:r>
            <a:rPr lang="en-US" sz="1900" kern="1200" dirty="0" err="1"/>
            <a:t>Daviplata</a:t>
          </a:r>
          <a:r>
            <a:rPr lang="en-US" sz="1900" kern="1200" dirty="0"/>
            <a:t>.</a:t>
          </a:r>
        </a:p>
      </dsp:txBody>
      <dsp:txXfrm>
        <a:off x="2790224" y="2338794"/>
        <a:ext cx="2306250" cy="1518750"/>
      </dsp:txXfrm>
    </dsp:sp>
    <dsp:sp modelId="{DDC50DFF-5504-4931-93D1-C83D6AB656B8}">
      <dsp:nvSpPr>
        <dsp:cNvPr id="0" name=""/>
        <dsp:cNvSpPr/>
      </dsp:nvSpPr>
      <dsp:spPr>
        <a:xfrm>
          <a:off x="5949787" y="493794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5F06D-0AF8-4CCD-8196-BE394E8A14FF}">
      <dsp:nvSpPr>
        <dsp:cNvPr id="0" name=""/>
        <dsp:cNvSpPr/>
      </dsp:nvSpPr>
      <dsp:spPr>
        <a:xfrm>
          <a:off x="6249600" y="793606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5658C-B3F2-4A47-BAC5-B37C20289B98}">
      <dsp:nvSpPr>
        <dsp:cNvPr id="0" name=""/>
        <dsp:cNvSpPr/>
      </dsp:nvSpPr>
      <dsp:spPr>
        <a:xfrm>
          <a:off x="5500068" y="2338794"/>
          <a:ext cx="2306250" cy="15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 err="1"/>
            <a:t>Refleja</a:t>
          </a:r>
          <a:r>
            <a:rPr lang="en-US" sz="1900" kern="1200" dirty="0"/>
            <a:t> </a:t>
          </a:r>
          <a:r>
            <a:rPr lang="en-US" sz="1900" kern="1200" dirty="0" err="1"/>
            <a:t>una</a:t>
          </a:r>
          <a:r>
            <a:rPr lang="en-US" sz="1900" kern="1200" dirty="0"/>
            <a:t> </a:t>
          </a:r>
          <a:r>
            <a:rPr lang="en-US" sz="1900" kern="1200" dirty="0" err="1"/>
            <a:t>adopción</a:t>
          </a:r>
          <a:r>
            <a:rPr lang="en-US" sz="1900" kern="1200" dirty="0"/>
            <a:t> </a:t>
          </a:r>
          <a:r>
            <a:rPr lang="en-US" sz="1900" kern="1200" dirty="0" err="1"/>
            <a:t>tecnológica</a:t>
          </a:r>
          <a:r>
            <a:rPr lang="en-US" sz="1900" kern="1200" dirty="0"/>
            <a:t> baja </a:t>
          </a:r>
          <a:r>
            <a:rPr lang="en-US" sz="1900" kern="1200" dirty="0" err="1"/>
            <a:t>en</a:t>
          </a:r>
          <a:r>
            <a:rPr lang="en-US" sz="1900" kern="1200" dirty="0"/>
            <a:t> </a:t>
          </a:r>
          <a:r>
            <a:rPr lang="en-US" sz="1900" kern="1200" dirty="0" err="1"/>
            <a:t>el</a:t>
          </a:r>
          <a:r>
            <a:rPr lang="en-US" sz="1900" kern="1200" dirty="0"/>
            <a:t> mercado.</a:t>
          </a:r>
        </a:p>
      </dsp:txBody>
      <dsp:txXfrm>
        <a:off x="5500068" y="2338794"/>
        <a:ext cx="2306250" cy="15187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191D0-AE10-47D4-B689-4DF341938F8E}">
      <dsp:nvSpPr>
        <dsp:cNvPr id="0" name=""/>
        <dsp:cNvSpPr/>
      </dsp:nvSpPr>
      <dsp:spPr>
        <a:xfrm>
          <a:off x="270427" y="1037117"/>
          <a:ext cx="843873" cy="8438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26BCB-2265-4741-9699-98F2E86FCAA9}">
      <dsp:nvSpPr>
        <dsp:cNvPr id="0" name=""/>
        <dsp:cNvSpPr/>
      </dsp:nvSpPr>
      <dsp:spPr>
        <a:xfrm>
          <a:off x="450268" y="1216959"/>
          <a:ext cx="484189" cy="4841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925C2-E7C1-4296-9E37-82457D8EEE40}">
      <dsp:nvSpPr>
        <dsp:cNvPr id="0" name=""/>
        <dsp:cNvSpPr/>
      </dsp:nvSpPr>
      <dsp:spPr>
        <a:xfrm>
          <a:off x="664" y="2143836"/>
          <a:ext cx="1383398" cy="1170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Plataforma </a:t>
          </a:r>
          <a:r>
            <a:rPr lang="es-CO" sz="1800" kern="1200" dirty="0"/>
            <a:t>con</a:t>
          </a:r>
          <a:r>
            <a:rPr lang="en-US" sz="1800" kern="1200" dirty="0"/>
            <a:t> </a:t>
          </a:r>
          <a:r>
            <a:rPr lang="en-US" sz="1800" kern="1200" dirty="0" err="1"/>
            <a:t>Catálogo</a:t>
          </a:r>
          <a:r>
            <a:rPr lang="en-US" sz="1800" kern="1200" dirty="0"/>
            <a:t> digital </a:t>
          </a:r>
          <a:r>
            <a:rPr lang="en-US" sz="1800" kern="1200" dirty="0" err="1"/>
            <a:t>profesional</a:t>
          </a:r>
          <a:r>
            <a:rPr lang="en-US" sz="1800" kern="1200" dirty="0"/>
            <a:t>.</a:t>
          </a:r>
        </a:p>
      </dsp:txBody>
      <dsp:txXfrm>
        <a:off x="664" y="2143836"/>
        <a:ext cx="1383398" cy="1170384"/>
      </dsp:txXfrm>
    </dsp:sp>
    <dsp:sp modelId="{B16F190F-D54B-47FB-8420-1B615D217B52}">
      <dsp:nvSpPr>
        <dsp:cNvPr id="0" name=""/>
        <dsp:cNvSpPr/>
      </dsp:nvSpPr>
      <dsp:spPr>
        <a:xfrm>
          <a:off x="1895920" y="1041164"/>
          <a:ext cx="843873" cy="8438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EE15D-5659-4235-AF9A-5E5558B3968B}">
      <dsp:nvSpPr>
        <dsp:cNvPr id="0" name=""/>
        <dsp:cNvSpPr/>
      </dsp:nvSpPr>
      <dsp:spPr>
        <a:xfrm>
          <a:off x="2075762" y="1221005"/>
          <a:ext cx="484189" cy="4841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F0575-C1CE-4AC6-AB66-775FB7AE8E57}">
      <dsp:nvSpPr>
        <dsp:cNvPr id="0" name=""/>
        <dsp:cNvSpPr/>
      </dsp:nvSpPr>
      <dsp:spPr>
        <a:xfrm>
          <a:off x="1626157" y="2155975"/>
          <a:ext cx="1383398" cy="1154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 err="1"/>
            <a:t>Diseñada</a:t>
          </a:r>
          <a:r>
            <a:rPr lang="en-US" sz="1800" kern="1200" dirty="0"/>
            <a:t> para </a:t>
          </a:r>
          <a:r>
            <a:rPr lang="en-US" sz="1800" kern="1200" dirty="0" err="1"/>
            <a:t>emprendedores</a:t>
          </a:r>
          <a:r>
            <a:rPr lang="en-US" sz="1800" kern="1200" dirty="0"/>
            <a:t> sin </a:t>
          </a:r>
          <a:r>
            <a:rPr lang="en-US" sz="1800" kern="1200" dirty="0" err="1"/>
            <a:t>conocimientos</a:t>
          </a:r>
          <a:r>
            <a:rPr lang="en-US" sz="1800" kern="1200" dirty="0"/>
            <a:t> </a:t>
          </a:r>
          <a:r>
            <a:rPr lang="en-US" sz="1800" kern="1200" dirty="0" err="1"/>
            <a:t>técnicos</a:t>
          </a:r>
          <a:r>
            <a:rPr lang="en-US" sz="1800" kern="1200" dirty="0"/>
            <a:t>.</a:t>
          </a:r>
        </a:p>
      </dsp:txBody>
      <dsp:txXfrm>
        <a:off x="1626157" y="2155975"/>
        <a:ext cx="1383398" cy="1154197"/>
      </dsp:txXfrm>
    </dsp:sp>
    <dsp:sp modelId="{0B5981BE-9C50-4E5C-8BED-88DAE529D819}">
      <dsp:nvSpPr>
        <dsp:cNvPr id="0" name=""/>
        <dsp:cNvSpPr/>
      </dsp:nvSpPr>
      <dsp:spPr>
        <a:xfrm>
          <a:off x="3521413" y="1037117"/>
          <a:ext cx="843873" cy="8438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D8F95-EA80-4E36-A1C3-032AF0E0C11E}">
      <dsp:nvSpPr>
        <dsp:cNvPr id="0" name=""/>
        <dsp:cNvSpPr/>
      </dsp:nvSpPr>
      <dsp:spPr>
        <a:xfrm>
          <a:off x="3701255" y="1216959"/>
          <a:ext cx="484189" cy="4841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525BDB-AE38-474C-A38C-EB32E27B4809}">
      <dsp:nvSpPr>
        <dsp:cNvPr id="0" name=""/>
        <dsp:cNvSpPr/>
      </dsp:nvSpPr>
      <dsp:spPr>
        <a:xfrm>
          <a:off x="3251650" y="2143836"/>
          <a:ext cx="1383398" cy="1170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 err="1"/>
            <a:t>Permite</a:t>
          </a:r>
          <a:r>
            <a:rPr lang="en-US" sz="1800" kern="1200" dirty="0"/>
            <a:t> </a:t>
          </a:r>
          <a:r>
            <a:rPr lang="en-US" sz="1800" kern="1200" dirty="0" err="1"/>
            <a:t>mostrar</a:t>
          </a:r>
          <a:r>
            <a:rPr lang="en-US" sz="1800" kern="1200" dirty="0"/>
            <a:t> </a:t>
          </a:r>
          <a:r>
            <a:rPr lang="en-US" sz="1800" kern="1200" dirty="0" err="1"/>
            <a:t>productos</a:t>
          </a:r>
          <a:r>
            <a:rPr lang="en-US" sz="1800" kern="1200" dirty="0"/>
            <a:t>, </a:t>
          </a:r>
          <a:r>
            <a:rPr lang="en-US" sz="1800" kern="1200" dirty="0" err="1"/>
            <a:t>precios</a:t>
          </a:r>
          <a:r>
            <a:rPr lang="en-US" sz="1800" kern="1200" dirty="0"/>
            <a:t> y </a:t>
          </a:r>
          <a:r>
            <a:rPr lang="en-US" sz="1800" kern="1200" dirty="0" err="1"/>
            <a:t>contacto</a:t>
          </a:r>
          <a:r>
            <a:rPr lang="en-US" sz="1800" kern="1200" dirty="0"/>
            <a:t> </a:t>
          </a:r>
          <a:r>
            <a:rPr lang="en-US" sz="1800" kern="1200" dirty="0" err="1"/>
            <a:t>fácilmente</a:t>
          </a:r>
          <a:r>
            <a:rPr lang="en-US" sz="1800" kern="1200" dirty="0"/>
            <a:t>.</a:t>
          </a:r>
        </a:p>
      </dsp:txBody>
      <dsp:txXfrm>
        <a:off x="3251650" y="2143836"/>
        <a:ext cx="1383398" cy="1170384"/>
      </dsp:txXfrm>
    </dsp:sp>
    <dsp:sp modelId="{46D7780A-1CE5-4608-A798-9EA51F8657BD}">
      <dsp:nvSpPr>
        <dsp:cNvPr id="0" name=""/>
        <dsp:cNvSpPr/>
      </dsp:nvSpPr>
      <dsp:spPr>
        <a:xfrm>
          <a:off x="5146906" y="1037117"/>
          <a:ext cx="843873" cy="8438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EF4B3-31BE-4CE1-9CB5-2FE6207D2602}">
      <dsp:nvSpPr>
        <dsp:cNvPr id="0" name=""/>
        <dsp:cNvSpPr/>
      </dsp:nvSpPr>
      <dsp:spPr>
        <a:xfrm>
          <a:off x="5326748" y="1216959"/>
          <a:ext cx="484189" cy="4841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F97F1-5668-4FC6-A425-D85F0C5F3525}">
      <dsp:nvSpPr>
        <dsp:cNvPr id="0" name=""/>
        <dsp:cNvSpPr/>
      </dsp:nvSpPr>
      <dsp:spPr>
        <a:xfrm>
          <a:off x="4877143" y="2143836"/>
          <a:ext cx="1383398" cy="1170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 err="1"/>
            <a:t>Atención</a:t>
          </a:r>
          <a:r>
            <a:rPr lang="en-US" sz="1800" kern="1200" dirty="0"/>
            <a:t> </a:t>
          </a:r>
          <a:r>
            <a:rPr lang="en-US" sz="1800" kern="1200" dirty="0" err="1"/>
            <a:t>automática</a:t>
          </a:r>
          <a:r>
            <a:rPr lang="en-US" sz="1800" kern="1200" dirty="0"/>
            <a:t> </a:t>
          </a:r>
          <a:r>
            <a:rPr lang="en-US" sz="1800" kern="1200" dirty="0" err="1"/>
            <a:t>mediante</a:t>
          </a:r>
          <a:r>
            <a:rPr lang="en-US" sz="1800" kern="1200" dirty="0"/>
            <a:t> chatbot 24/7.</a:t>
          </a:r>
        </a:p>
      </dsp:txBody>
      <dsp:txXfrm>
        <a:off x="4877143" y="2143836"/>
        <a:ext cx="1383398" cy="1170384"/>
      </dsp:txXfrm>
    </dsp:sp>
    <dsp:sp modelId="{A942B20B-AC74-405B-B32F-34D1EF7EAA53}">
      <dsp:nvSpPr>
        <dsp:cNvPr id="0" name=""/>
        <dsp:cNvSpPr/>
      </dsp:nvSpPr>
      <dsp:spPr>
        <a:xfrm>
          <a:off x="6772399" y="1037117"/>
          <a:ext cx="843873" cy="8438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CAE46E-357B-40C1-8469-2E3610FCDE67}">
      <dsp:nvSpPr>
        <dsp:cNvPr id="0" name=""/>
        <dsp:cNvSpPr/>
      </dsp:nvSpPr>
      <dsp:spPr>
        <a:xfrm>
          <a:off x="6952241" y="1216959"/>
          <a:ext cx="484189" cy="4841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C59B3-A7CF-4A3B-BADA-282CC1FECD2A}">
      <dsp:nvSpPr>
        <dsp:cNvPr id="0" name=""/>
        <dsp:cNvSpPr/>
      </dsp:nvSpPr>
      <dsp:spPr>
        <a:xfrm>
          <a:off x="6502637" y="2143836"/>
          <a:ext cx="1383398" cy="1170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Identidad visual </a:t>
          </a:r>
          <a:r>
            <a:rPr lang="en-US" sz="1800" kern="1200" dirty="0" err="1"/>
            <a:t>personalizada</a:t>
          </a:r>
          <a:r>
            <a:rPr lang="en-US" sz="1800" kern="1200" dirty="0"/>
            <a:t> </a:t>
          </a:r>
          <a:r>
            <a:rPr lang="en-US" sz="1800" kern="1200" dirty="0" err="1"/>
            <a:t>por</a:t>
          </a:r>
          <a:r>
            <a:rPr lang="en-US" sz="1800" kern="1200" dirty="0"/>
            <a:t> </a:t>
          </a:r>
          <a:r>
            <a:rPr lang="en-US" sz="1800" kern="1200" dirty="0" err="1"/>
            <a:t>cada</a:t>
          </a:r>
          <a:r>
            <a:rPr lang="en-US" sz="1800" kern="1200" dirty="0"/>
            <a:t> </a:t>
          </a:r>
          <a:r>
            <a:rPr lang="en-US" sz="1800" kern="1200" dirty="0" err="1"/>
            <a:t>emprendimiento</a:t>
          </a:r>
          <a:r>
            <a:rPr lang="en-US" sz="1800" kern="1200" dirty="0"/>
            <a:t>.</a:t>
          </a:r>
        </a:p>
      </dsp:txBody>
      <dsp:txXfrm>
        <a:off x="6502637" y="2143836"/>
        <a:ext cx="1383398" cy="11703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63856-962B-4782-A522-BFB6119CCEF2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F400B-3772-4319-AE45-30B60C3BE6F3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AFD76-4466-48B7-AFF9-11B2EA09B145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Transforma</a:t>
          </a:r>
          <a:r>
            <a:rPr lang="en-US" sz="1800" kern="1200" dirty="0"/>
            <a:t> </a:t>
          </a:r>
          <a:r>
            <a:rPr lang="en-US" sz="1800" kern="1200" dirty="0" err="1"/>
            <a:t>negocios</a:t>
          </a:r>
          <a:r>
            <a:rPr lang="en-US" sz="1800" kern="1200" dirty="0"/>
            <a:t> </a:t>
          </a:r>
          <a:r>
            <a:rPr lang="en-US" sz="1800" kern="1200" dirty="0" err="1"/>
            <a:t>informales</a:t>
          </a:r>
          <a:r>
            <a:rPr lang="en-US" sz="1800" kern="1200" dirty="0"/>
            <a:t> </a:t>
          </a:r>
          <a:r>
            <a:rPr lang="en-US" sz="1800" kern="1200" dirty="0" err="1"/>
            <a:t>en</a:t>
          </a:r>
          <a:r>
            <a:rPr lang="en-US" sz="1800" kern="1200" dirty="0"/>
            <a:t> </a:t>
          </a:r>
          <a:r>
            <a:rPr lang="en-US" sz="1800" kern="1200" dirty="0" err="1"/>
            <a:t>marcas</a:t>
          </a:r>
          <a:r>
            <a:rPr lang="en-US" sz="1800" kern="1200" dirty="0"/>
            <a:t> </a:t>
          </a:r>
          <a:r>
            <a:rPr lang="en-US" sz="1800" kern="1200" dirty="0" err="1"/>
            <a:t>profesionales</a:t>
          </a:r>
          <a:r>
            <a:rPr lang="en-US" sz="1800" kern="1200" dirty="0"/>
            <a:t>.</a:t>
          </a:r>
        </a:p>
      </dsp:txBody>
      <dsp:txXfrm>
        <a:off x="1494726" y="2600"/>
        <a:ext cx="2252392" cy="955560"/>
      </dsp:txXfrm>
    </dsp:sp>
    <dsp:sp modelId="{02F2DB1D-148C-4D3E-8CDC-90BF1F0AF427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D2490-48B8-4F9C-AEDB-8474E6CD1F8C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3D3E8-65B6-42BA-A357-14E33261FD3C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Mejora</a:t>
          </a:r>
          <a:r>
            <a:rPr lang="en-US" sz="1800" kern="1200" dirty="0"/>
            <a:t> </a:t>
          </a:r>
          <a:r>
            <a:rPr lang="en-US" sz="1800" kern="1200" dirty="0" err="1"/>
            <a:t>presencia</a:t>
          </a:r>
          <a:r>
            <a:rPr lang="en-US" sz="1800" kern="1200" dirty="0"/>
            <a:t> digital y </a:t>
          </a:r>
          <a:r>
            <a:rPr lang="en-US" sz="1800" kern="1200" dirty="0" err="1"/>
            <a:t>credibilidad</a:t>
          </a:r>
          <a:r>
            <a:rPr lang="en-US" sz="1800" kern="1200" dirty="0"/>
            <a:t>.</a:t>
          </a:r>
        </a:p>
      </dsp:txBody>
      <dsp:txXfrm>
        <a:off x="5299904" y="2600"/>
        <a:ext cx="2252392" cy="955560"/>
      </dsp:txXfrm>
    </dsp:sp>
    <dsp:sp modelId="{3A0F22B5-FC1F-45DC-849E-5DDCDFAAD71F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A6C20-65B1-49D8-A6C2-004194D0DF8E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26FAF-F390-4C63-B524-274BAF9664F7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Facilita</a:t>
          </a:r>
          <a:r>
            <a:rPr lang="en-US" sz="1800" kern="1200" dirty="0"/>
            <a:t> la </a:t>
          </a:r>
          <a:r>
            <a:rPr lang="en-US" sz="1800" kern="1200" dirty="0" err="1"/>
            <a:t>venta</a:t>
          </a:r>
          <a:r>
            <a:rPr lang="en-US" sz="1800" kern="1200" dirty="0"/>
            <a:t> </a:t>
          </a:r>
          <a:r>
            <a:rPr lang="en-US" sz="1800" kern="1200" dirty="0" err="1"/>
            <a:t>mediante</a:t>
          </a:r>
          <a:r>
            <a:rPr lang="en-US" sz="1800" kern="1200" dirty="0"/>
            <a:t> </a:t>
          </a:r>
          <a:r>
            <a:rPr lang="en-US" sz="1800" kern="1200" dirty="0" err="1"/>
            <a:t>catálogo</a:t>
          </a:r>
          <a:r>
            <a:rPr lang="en-US" sz="1800" kern="1200" dirty="0"/>
            <a:t> visual.</a:t>
          </a:r>
        </a:p>
      </dsp:txBody>
      <dsp:txXfrm>
        <a:off x="1494726" y="1697888"/>
        <a:ext cx="2252392" cy="955560"/>
      </dsp:txXfrm>
    </dsp:sp>
    <dsp:sp modelId="{95351AB6-B40C-4E2C-80F3-A816E32A7615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CE83A-9308-426F-AFFA-C2EA1D94EB68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FBE3B-0A99-4762-AE0D-DF6BA3E0049B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Reduce </a:t>
          </a:r>
          <a:r>
            <a:rPr lang="en-US" sz="1800" kern="1200" dirty="0" err="1"/>
            <a:t>el</a:t>
          </a:r>
          <a:r>
            <a:rPr lang="en-US" sz="1800" kern="1200" dirty="0"/>
            <a:t> </a:t>
          </a:r>
          <a:r>
            <a:rPr lang="en-US" sz="1800" kern="1200" dirty="0" err="1"/>
            <a:t>tiempo</a:t>
          </a:r>
          <a:r>
            <a:rPr lang="en-US" sz="1800" kern="1200" dirty="0"/>
            <a:t> de </a:t>
          </a:r>
          <a:r>
            <a:rPr lang="en-US" sz="1800" kern="1200" dirty="0" err="1"/>
            <a:t>respuesta</a:t>
          </a:r>
          <a:r>
            <a:rPr lang="en-US" sz="1800" kern="1200" dirty="0"/>
            <a:t> al </a:t>
          </a:r>
          <a:r>
            <a:rPr lang="en-US" sz="1800" kern="1200" dirty="0" err="1"/>
            <a:t>cliente</a:t>
          </a:r>
          <a:r>
            <a:rPr lang="en-US" sz="1800" kern="1200" dirty="0"/>
            <a:t>.</a:t>
          </a:r>
        </a:p>
      </dsp:txBody>
      <dsp:txXfrm>
        <a:off x="5299904" y="1697888"/>
        <a:ext cx="2252392" cy="955560"/>
      </dsp:txXfrm>
    </dsp:sp>
    <dsp:sp modelId="{849E546D-DFDE-4202-BB86-F1A55BB262B3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3784D6-F166-4C5D-AFE9-89980797994D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04DE9-0267-4AA1-8978-C552AB1D0DD1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Plataforma </a:t>
          </a:r>
          <a:r>
            <a:rPr lang="en-US" sz="1800" kern="1200" dirty="0" err="1"/>
            <a:t>fácil</a:t>
          </a:r>
          <a:r>
            <a:rPr lang="en-US" sz="1800" kern="1200" dirty="0"/>
            <a:t> de usar y </a:t>
          </a:r>
          <a:r>
            <a:rPr lang="en-US" sz="1800" kern="1200" dirty="0" err="1"/>
            <a:t>administrar</a:t>
          </a:r>
          <a:r>
            <a:rPr lang="en-US" sz="1800" kern="1200" dirty="0"/>
            <a:t>.</a:t>
          </a:r>
        </a:p>
      </dsp:txBody>
      <dsp:txXfrm>
        <a:off x="1494726" y="3393176"/>
        <a:ext cx="2252392" cy="9555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518B2-0F9B-418B-96DC-073C09D3E20F}">
      <dsp:nvSpPr>
        <dsp:cNvPr id="0" name=""/>
        <dsp:cNvSpPr/>
      </dsp:nvSpPr>
      <dsp:spPr>
        <a:xfrm>
          <a:off x="145153" y="800136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9AE0C-02DE-4E51-9453-694398CCF949}">
      <dsp:nvSpPr>
        <dsp:cNvPr id="0" name=""/>
        <dsp:cNvSpPr/>
      </dsp:nvSpPr>
      <dsp:spPr>
        <a:xfrm>
          <a:off x="356344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3537D-5F7E-43C9-A67B-CA77387C5943}">
      <dsp:nvSpPr>
        <dsp:cNvPr id="0" name=""/>
        <dsp:cNvSpPr/>
      </dsp:nvSpPr>
      <dsp:spPr>
        <a:xfrm>
          <a:off x="1366323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Antes: </a:t>
          </a:r>
          <a:r>
            <a:rPr lang="en-US" sz="2000" kern="1200" dirty="0" err="1"/>
            <a:t>ventas</a:t>
          </a:r>
          <a:r>
            <a:rPr lang="en-US" sz="2000" kern="1200" dirty="0"/>
            <a:t> solo </a:t>
          </a:r>
          <a:r>
            <a:rPr lang="en-US" sz="2000" kern="1200" dirty="0" err="1"/>
            <a:t>por</a:t>
          </a:r>
          <a:r>
            <a:rPr lang="en-US" sz="2000" kern="1200" dirty="0"/>
            <a:t> WhatsApp y redes </a:t>
          </a:r>
          <a:r>
            <a:rPr lang="en-US" sz="2000" kern="1200" dirty="0" err="1"/>
            <a:t>sociales</a:t>
          </a:r>
          <a:r>
            <a:rPr lang="en-US" sz="2000" kern="1200" dirty="0"/>
            <a:t>.</a:t>
          </a:r>
        </a:p>
      </dsp:txBody>
      <dsp:txXfrm>
        <a:off x="1366323" y="800136"/>
        <a:ext cx="2370505" cy="1005669"/>
      </dsp:txXfrm>
    </dsp:sp>
    <dsp:sp modelId="{A70FE083-627E-43A8-A617-82AD16B18AC6}">
      <dsp:nvSpPr>
        <dsp:cNvPr id="0" name=""/>
        <dsp:cNvSpPr/>
      </dsp:nvSpPr>
      <dsp:spPr>
        <a:xfrm>
          <a:off x="4149871" y="800136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A06EF-2855-4453-B6BE-AA543932C41C}">
      <dsp:nvSpPr>
        <dsp:cNvPr id="0" name=""/>
        <dsp:cNvSpPr/>
      </dsp:nvSpPr>
      <dsp:spPr>
        <a:xfrm>
          <a:off x="4361061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3B557F-C5CF-42FA-B5F2-7161CBAF4D84}">
      <dsp:nvSpPr>
        <dsp:cNvPr id="0" name=""/>
        <dsp:cNvSpPr/>
      </dsp:nvSpPr>
      <dsp:spPr>
        <a:xfrm>
          <a:off x="5371040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Problema: falta de organización y poca presencia digital.</a:t>
          </a:r>
        </a:p>
      </dsp:txBody>
      <dsp:txXfrm>
        <a:off x="5371040" y="800136"/>
        <a:ext cx="2370505" cy="1005669"/>
      </dsp:txXfrm>
    </dsp:sp>
    <dsp:sp modelId="{D63513F3-DBA5-49F0-87C6-7B052273B1EF}">
      <dsp:nvSpPr>
        <dsp:cNvPr id="0" name=""/>
        <dsp:cNvSpPr/>
      </dsp:nvSpPr>
      <dsp:spPr>
        <a:xfrm>
          <a:off x="145153" y="2545532"/>
          <a:ext cx="1005669" cy="1005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536CA-5CBE-480E-86A1-DC2BA0FFF699}">
      <dsp:nvSpPr>
        <dsp:cNvPr id="0" name=""/>
        <dsp:cNvSpPr/>
      </dsp:nvSpPr>
      <dsp:spPr>
        <a:xfrm>
          <a:off x="356344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BFC3F-E606-4DB7-A320-A76B009BE7E4}">
      <dsp:nvSpPr>
        <dsp:cNvPr id="0" name=""/>
        <dsp:cNvSpPr/>
      </dsp:nvSpPr>
      <dsp:spPr>
        <a:xfrm>
          <a:off x="1366323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 Nexus Legends: catálogo profesional + identidad visual.</a:t>
          </a:r>
        </a:p>
      </dsp:txBody>
      <dsp:txXfrm>
        <a:off x="1366323" y="2545532"/>
        <a:ext cx="2370505" cy="1005669"/>
      </dsp:txXfrm>
    </dsp:sp>
    <dsp:sp modelId="{7681BCDD-476F-45B0-8670-B7D7BF4A8A1A}">
      <dsp:nvSpPr>
        <dsp:cNvPr id="0" name=""/>
        <dsp:cNvSpPr/>
      </dsp:nvSpPr>
      <dsp:spPr>
        <a:xfrm>
          <a:off x="4149871" y="2545532"/>
          <a:ext cx="1005669" cy="1005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1B4E2-0596-4EA8-9BCD-59DD0D3D1023}">
      <dsp:nvSpPr>
        <dsp:cNvPr id="0" name=""/>
        <dsp:cNvSpPr/>
      </dsp:nvSpPr>
      <dsp:spPr>
        <a:xfrm>
          <a:off x="4361061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5B33C-D5D1-49C0-85C9-34DA2705BC64}">
      <dsp:nvSpPr>
        <dsp:cNvPr id="0" name=""/>
        <dsp:cNvSpPr/>
      </dsp:nvSpPr>
      <dsp:spPr>
        <a:xfrm>
          <a:off x="5371040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Resultado: mayor visibilidad, confianza y recordación de marca.</a:t>
          </a:r>
        </a:p>
      </dsp:txBody>
      <dsp:txXfrm>
        <a:off x="5371040" y="2545532"/>
        <a:ext cx="2370505" cy="10056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2AA36-B4A5-4E55-8746-4E8BCDABA2E1}">
      <dsp:nvSpPr>
        <dsp:cNvPr id="0" name=""/>
        <dsp:cNvSpPr/>
      </dsp:nvSpPr>
      <dsp:spPr>
        <a:xfrm>
          <a:off x="481140" y="1129315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99C42-0146-4894-9505-288116F30205}">
      <dsp:nvSpPr>
        <dsp:cNvPr id="0" name=""/>
        <dsp:cNvSpPr/>
      </dsp:nvSpPr>
      <dsp:spPr>
        <a:xfrm>
          <a:off x="2092" y="2227181"/>
          <a:ext cx="1741992" cy="994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Plan </a:t>
          </a:r>
          <a:r>
            <a:rPr lang="en-US" sz="1800" kern="1200" dirty="0" err="1"/>
            <a:t>Básico</a:t>
          </a:r>
          <a:r>
            <a:rPr lang="en-US" sz="1800" kern="1200" dirty="0"/>
            <a:t>: </a:t>
          </a:r>
          <a:r>
            <a:rPr lang="en-US" sz="1800" kern="1200" dirty="0" err="1"/>
            <a:t>Catálogo</a:t>
          </a:r>
          <a:r>
            <a:rPr lang="en-US" sz="1800" kern="1200" dirty="0"/>
            <a:t> + Identidad Visual.</a:t>
          </a:r>
        </a:p>
      </dsp:txBody>
      <dsp:txXfrm>
        <a:off x="2092" y="2227181"/>
        <a:ext cx="1741992" cy="994840"/>
      </dsp:txXfrm>
    </dsp:sp>
    <dsp:sp modelId="{298F203B-81F5-4346-9633-429E9B9EC7DE}">
      <dsp:nvSpPr>
        <dsp:cNvPr id="0" name=""/>
        <dsp:cNvSpPr/>
      </dsp:nvSpPr>
      <dsp:spPr>
        <a:xfrm>
          <a:off x="2527981" y="1129315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34F4C-A857-4B75-BDB1-CF68319A617A}">
      <dsp:nvSpPr>
        <dsp:cNvPr id="0" name=""/>
        <dsp:cNvSpPr/>
      </dsp:nvSpPr>
      <dsp:spPr>
        <a:xfrm>
          <a:off x="2048933" y="2227181"/>
          <a:ext cx="1741992" cy="994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Plan </a:t>
          </a:r>
          <a:r>
            <a:rPr lang="en-US" sz="1800" kern="1200" dirty="0" err="1"/>
            <a:t>Profesional</a:t>
          </a:r>
          <a:r>
            <a:rPr lang="en-US" sz="1800" kern="1200" dirty="0"/>
            <a:t>: </a:t>
          </a:r>
          <a:r>
            <a:rPr lang="en-US" sz="1800" kern="1200" dirty="0" err="1"/>
            <a:t>Incluye</a:t>
          </a:r>
          <a:r>
            <a:rPr lang="en-US" sz="1800" kern="1200" dirty="0"/>
            <a:t> chatbot y </a:t>
          </a:r>
          <a:r>
            <a:rPr lang="en-US" sz="1800" kern="1200" dirty="0" err="1"/>
            <a:t>soporte</a:t>
          </a:r>
          <a:r>
            <a:rPr lang="en-US" sz="1800" kern="1200" dirty="0"/>
            <a:t>.</a:t>
          </a:r>
        </a:p>
      </dsp:txBody>
      <dsp:txXfrm>
        <a:off x="2048933" y="2227181"/>
        <a:ext cx="1741992" cy="994840"/>
      </dsp:txXfrm>
    </dsp:sp>
    <dsp:sp modelId="{2FB43DBE-10BB-48E9-A5B9-D45A68D7D662}">
      <dsp:nvSpPr>
        <dsp:cNvPr id="0" name=""/>
        <dsp:cNvSpPr/>
      </dsp:nvSpPr>
      <dsp:spPr>
        <a:xfrm>
          <a:off x="4574822" y="1129315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ADC6C-6BED-4A93-8E25-5C7F3A3CFA51}">
      <dsp:nvSpPr>
        <dsp:cNvPr id="0" name=""/>
        <dsp:cNvSpPr/>
      </dsp:nvSpPr>
      <dsp:spPr>
        <a:xfrm>
          <a:off x="4095774" y="2227181"/>
          <a:ext cx="1741992" cy="994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Plan Empresarial: </a:t>
          </a:r>
          <a:r>
            <a:rPr lang="en-US" sz="1800" kern="1200" dirty="0" err="1"/>
            <a:t>Gestión</a:t>
          </a:r>
          <a:r>
            <a:rPr lang="en-US" sz="1800" kern="1200" dirty="0"/>
            <a:t> completa y </a:t>
          </a:r>
          <a:r>
            <a:rPr lang="en-US" sz="1800" kern="1200" dirty="0" err="1"/>
            <a:t>crecimiento</a:t>
          </a:r>
          <a:r>
            <a:rPr lang="en-US" sz="1800" kern="1200" dirty="0"/>
            <a:t> digital.</a:t>
          </a:r>
        </a:p>
      </dsp:txBody>
      <dsp:txXfrm>
        <a:off x="4095774" y="2227181"/>
        <a:ext cx="1741992" cy="994840"/>
      </dsp:txXfrm>
    </dsp:sp>
    <dsp:sp modelId="{F25DB158-A57F-4FD5-9B6C-1CF4BBD9C8F2}">
      <dsp:nvSpPr>
        <dsp:cNvPr id="0" name=""/>
        <dsp:cNvSpPr/>
      </dsp:nvSpPr>
      <dsp:spPr>
        <a:xfrm>
          <a:off x="6621662" y="1129315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5D0F0A-864D-4AE5-BFD2-78A48CC39F53}">
      <dsp:nvSpPr>
        <dsp:cNvPr id="0" name=""/>
        <dsp:cNvSpPr/>
      </dsp:nvSpPr>
      <dsp:spPr>
        <a:xfrm>
          <a:off x="6142615" y="2227181"/>
          <a:ext cx="1741992" cy="994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Servicios</a:t>
          </a:r>
          <a:r>
            <a:rPr lang="en-US" sz="1800" kern="1200" dirty="0"/>
            <a:t> </a:t>
          </a:r>
          <a:r>
            <a:rPr lang="en-US" sz="1800" kern="1200" dirty="0" err="1"/>
            <a:t>adicionales</a:t>
          </a:r>
          <a:r>
            <a:rPr lang="en-US" sz="1800" kern="1200" dirty="0"/>
            <a:t>: Redes </a:t>
          </a:r>
          <a:r>
            <a:rPr lang="en-US" sz="1800" kern="1200" dirty="0" err="1"/>
            <a:t>sociales</a:t>
          </a:r>
          <a:r>
            <a:rPr lang="en-US" sz="1800" kern="1200" dirty="0"/>
            <a:t> y </a:t>
          </a:r>
          <a:r>
            <a:rPr lang="en-US" sz="1800" kern="1200" dirty="0" err="1"/>
            <a:t>posicionamiento</a:t>
          </a:r>
          <a:r>
            <a:rPr lang="en-US" sz="1800" kern="1200" dirty="0"/>
            <a:t>.</a:t>
          </a:r>
        </a:p>
      </dsp:txBody>
      <dsp:txXfrm>
        <a:off x="6142615" y="2227181"/>
        <a:ext cx="1741992" cy="9948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AA71E-F60C-4876-BA13-7FC19B71BCDD}">
      <dsp:nvSpPr>
        <dsp:cNvPr id="0" name=""/>
        <dsp:cNvSpPr/>
      </dsp:nvSpPr>
      <dsp:spPr>
        <a:xfrm>
          <a:off x="0" y="711549"/>
          <a:ext cx="7886700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Fase 1: Validación con emprendimientos locales.</a:t>
          </a:r>
        </a:p>
      </dsp:txBody>
      <dsp:txXfrm>
        <a:off x="32784" y="744333"/>
        <a:ext cx="7821132" cy="606012"/>
      </dsp:txXfrm>
    </dsp:sp>
    <dsp:sp modelId="{9A32A121-FF67-4FB7-A275-93ED2467F2F7}">
      <dsp:nvSpPr>
        <dsp:cNvPr id="0" name=""/>
        <dsp:cNvSpPr/>
      </dsp:nvSpPr>
      <dsp:spPr>
        <a:xfrm>
          <a:off x="0" y="1463769"/>
          <a:ext cx="7886700" cy="6715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Fase 2: Integración con pasarelas de pago.</a:t>
          </a:r>
        </a:p>
      </dsp:txBody>
      <dsp:txXfrm>
        <a:off x="32784" y="1496553"/>
        <a:ext cx="7821132" cy="606012"/>
      </dsp:txXfrm>
    </dsp:sp>
    <dsp:sp modelId="{18252539-A2CC-4FD1-A7C9-F663BAF7DE71}">
      <dsp:nvSpPr>
        <dsp:cNvPr id="0" name=""/>
        <dsp:cNvSpPr/>
      </dsp:nvSpPr>
      <dsp:spPr>
        <a:xfrm>
          <a:off x="0" y="2215989"/>
          <a:ext cx="7886700" cy="6715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Fase 3: Plataforma multi-emprendimientos.</a:t>
          </a:r>
        </a:p>
      </dsp:txBody>
      <dsp:txXfrm>
        <a:off x="32784" y="2248773"/>
        <a:ext cx="7821132" cy="606012"/>
      </dsp:txXfrm>
    </dsp:sp>
    <dsp:sp modelId="{C9B4389D-D441-4D28-B63B-B321753C5C0D}">
      <dsp:nvSpPr>
        <dsp:cNvPr id="0" name=""/>
        <dsp:cNvSpPr/>
      </dsp:nvSpPr>
      <dsp:spPr>
        <a:xfrm>
          <a:off x="0" y="2968209"/>
          <a:ext cx="7886700" cy="6715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Fase 4: Marketplace Nexus Legends a nivel nacional.</a:t>
          </a:r>
        </a:p>
      </dsp:txBody>
      <dsp:txXfrm>
        <a:off x="32784" y="3000993"/>
        <a:ext cx="7821132" cy="60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9381A5F-39A3-B251-6933-3AAF978294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493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2900518"/>
          </a:xfrm>
        </p:spPr>
        <p:txBody>
          <a:bodyPr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Nexus Legends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59404"/>
            <a:ext cx="6858000" cy="1098395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Conectando Emprendimientos al Mundo Digital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Pregunta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¿Sabías que más de 600.000 emprendimientos en Colombia no tienen presencia web?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AC687-EEA4-0B82-9E1F-5F5A85BC7C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O">
                <a:solidFill>
                  <a:srgbClr val="FFFFFF"/>
                </a:solidFill>
              </a:rPr>
              <a:t>Brecha Digital en Emprendimientos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5E5C16-1D2C-BAB5-1CB4-CE4BACA170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15587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obres coloridos">
            <a:extLst>
              <a:ext uri="{FF2B5EF4-FFF2-40B4-BE49-F238E27FC236}">
                <a16:creationId xmlns:a16="http://schemas.microsoft.com/office/drawing/2014/main" id="{AD83DCC0-6A94-62D0-BCAB-B02435B1BD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6334" r="466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O">
                <a:solidFill>
                  <a:srgbClr val="FFFFFF"/>
                </a:solidFill>
              </a:rPr>
              <a:t>Acceso a Internet en Microempresas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• El 52% de los emprendimientos no tiene acceso a servicios de internet.</a:t>
            </a:r>
          </a:p>
          <a:p>
            <a:r>
              <a:rPr lang="es-ES">
                <a:solidFill>
                  <a:srgbClr val="FFFFFF"/>
                </a:solidFill>
              </a:rPr>
              <a:t>• El 86% de los que no tienen internet creen que no lo necesitan.</a:t>
            </a:r>
          </a:p>
          <a:p>
            <a:r>
              <a:rPr lang="es-ES">
                <a:solidFill>
                  <a:srgbClr val="FFFFFF"/>
                </a:solidFill>
              </a:rPr>
              <a:t>• Esto indica una falta de conciencia sobre los beneficios del entorno digital.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400">
                <a:solidFill>
                  <a:srgbClr val="FFFFFF"/>
                </a:solidFill>
              </a:rPr>
              <a:t>Canales de Venta y Adopción Tecnológica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7865F3-FBAD-34EB-7261-E59F07D57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96973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Nuestra Solución: Nexus Legends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52ADB1-DDB6-6FDF-DD28-69EB41D29F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36357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Propuesta de Valor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25CDE4-FAF3-1106-2FEB-80A6AA2E57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49506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Caso Real: Accesorios CLAUSS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944A0E-4C0C-2F4F-3BEF-1BE6328B3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545642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Modelo de Negocio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AA2701-35FC-37E2-5CB7-DF437858B9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984782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Hoja de Ruta (Roadmap)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DFBB42-810D-9976-A333-D3A9A22E91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395334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Nexus Legends no solo crea páginas.</a:t>
            </a:r>
          </a:p>
          <a:p>
            <a:r>
              <a:t>Impulsa historias, marcas y sueños.</a:t>
            </a:r>
          </a:p>
          <a:p>
            <a:endParaRPr/>
          </a:p>
          <a:p>
            <a:r>
              <a:t>Gracias por su tiempo.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369</Words>
  <Application>Microsoft Office PowerPoint</Application>
  <PresentationFormat>Presentación en pantalla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Nexus Legends</vt:lpstr>
      <vt:lpstr>Pregunta Inicial</vt:lpstr>
      <vt:lpstr>Brecha Digital en Emprendimientos</vt:lpstr>
      <vt:lpstr>Acceso a Internet en Microempresas</vt:lpstr>
      <vt:lpstr>Canales de Venta y Adopción Tecnológica</vt:lpstr>
      <vt:lpstr>Nuestra Solución: Nexus Legends</vt:lpstr>
      <vt:lpstr>Propuesta de Valor</vt:lpstr>
      <vt:lpstr>Caso Real: Accesorios CLAUSS</vt:lpstr>
      <vt:lpstr>Modelo de Negocio</vt:lpstr>
      <vt:lpstr>Hoja de Ruta (Roadmap)</vt:lpstr>
      <vt:lpstr>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Carlos Daniel Culma Perdomo</dc:creator>
  <cp:keywords/>
  <dc:description>generated using python-pptx</dc:description>
  <cp:lastModifiedBy>Carlos Daniel Culma Perdomo</cp:lastModifiedBy>
  <cp:revision>3</cp:revision>
  <dcterms:created xsi:type="dcterms:W3CDTF">2013-01-27T09:14:16Z</dcterms:created>
  <dcterms:modified xsi:type="dcterms:W3CDTF">2025-11-08T11:31:55Z</dcterms:modified>
  <cp:category/>
</cp:coreProperties>
</file>